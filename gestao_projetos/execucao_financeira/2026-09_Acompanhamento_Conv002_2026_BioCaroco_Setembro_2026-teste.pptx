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jhtE0lr89iFIDoXqoug/0THnnh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" name="Google Shape;1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2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 err="1"/>
              <a:t>Junho</a:t>
            </a:r>
            <a:r>
              <a:rPr lang="en-US" sz="900" dirty="0"/>
              <a:t> </a:t>
            </a:r>
            <a:r>
              <a:rPr lang="en-US" sz="900" dirty="0" err="1"/>
              <a:t>foi</a:t>
            </a:r>
            <a:r>
              <a:rPr lang="en-US" sz="900" dirty="0"/>
              <a:t> um </a:t>
            </a:r>
            <a:r>
              <a:rPr lang="en-US" sz="900" dirty="0" err="1"/>
              <a:t>mês</a:t>
            </a:r>
            <a:r>
              <a:rPr lang="en-US" sz="900" dirty="0"/>
              <a:t> de </a:t>
            </a:r>
            <a:r>
              <a:rPr lang="en-US" sz="900" dirty="0" err="1"/>
              <a:t>baixa</a:t>
            </a:r>
            <a:r>
              <a:rPr lang="en-US" sz="900" dirty="0"/>
              <a:t> </a:t>
            </a:r>
            <a:r>
              <a:rPr lang="en-US" sz="900" dirty="0" err="1"/>
              <a:t>movimentação</a:t>
            </a:r>
            <a:r>
              <a:rPr lang="en-US" sz="900" dirty="0"/>
              <a:t>: </a:t>
            </a:r>
            <a:r>
              <a:rPr lang="en-US" sz="900" dirty="0" err="1"/>
              <a:t>sem</a:t>
            </a:r>
            <a:r>
              <a:rPr lang="en-US" sz="900" dirty="0"/>
              <a:t> </a:t>
            </a:r>
            <a:r>
              <a:rPr lang="en-US" sz="900" dirty="0" err="1"/>
              <a:t>novas</a:t>
            </a:r>
            <a:r>
              <a:rPr lang="en-US" sz="900" dirty="0"/>
              <a:t> </a:t>
            </a:r>
            <a:r>
              <a:rPr lang="en-US" sz="900" dirty="0" err="1"/>
              <a:t>parcelas</a:t>
            </a:r>
            <a:r>
              <a:rPr lang="en-US" sz="900" dirty="0"/>
              <a:t> </a:t>
            </a:r>
            <a:r>
              <a:rPr lang="en-US" sz="900" dirty="0" err="1"/>
              <a:t>recebidas</a:t>
            </a:r>
            <a:r>
              <a:rPr lang="en-US" sz="900" dirty="0"/>
              <a:t> e </a:t>
            </a:r>
            <a:r>
              <a:rPr lang="en-US" sz="900" dirty="0" err="1"/>
              <a:t>sem</a:t>
            </a:r>
            <a:r>
              <a:rPr lang="en-US" sz="900" dirty="0"/>
              <a:t> </a:t>
            </a:r>
            <a:r>
              <a:rPr lang="en-US" sz="900" dirty="0" err="1"/>
              <a:t>aquisições</a:t>
            </a:r>
            <a:r>
              <a:rPr lang="en-US" sz="900" dirty="0"/>
              <a:t> </a:t>
            </a:r>
            <a:r>
              <a:rPr lang="en-US" sz="900" dirty="0" err="1"/>
              <a:t>relevantes</a:t>
            </a:r>
            <a:r>
              <a:rPr lang="en-US" sz="900" dirty="0"/>
              <a:t>. Entradas </a:t>
            </a:r>
            <a:r>
              <a:rPr lang="en-US" sz="900" dirty="0" err="1"/>
              <a:t>limitadas</a:t>
            </a:r>
            <a:r>
              <a:rPr lang="en-US" sz="900" dirty="0"/>
              <a:t> </a:t>
            </a:r>
            <a:r>
              <a:rPr lang="en-US" sz="900" dirty="0" err="1"/>
              <a:t>ao</a:t>
            </a:r>
            <a:r>
              <a:rPr lang="en-US" sz="900" dirty="0"/>
              <a:t> </a:t>
            </a:r>
            <a:r>
              <a:rPr lang="en-US" sz="900" dirty="0" err="1"/>
              <a:t>rendimento</a:t>
            </a:r>
            <a:r>
              <a:rPr lang="en-US" sz="900" dirty="0"/>
              <a:t> de </a:t>
            </a:r>
            <a:r>
              <a:rPr lang="en-US" sz="900" dirty="0" err="1"/>
              <a:t>aplicação</a:t>
            </a:r>
            <a:r>
              <a:rPr lang="en-US" sz="900" dirty="0"/>
              <a:t> </a:t>
            </a:r>
            <a:r>
              <a:rPr lang="en-US" sz="900" dirty="0" err="1"/>
              <a:t>financeira</a:t>
            </a:r>
            <a:r>
              <a:rPr lang="en-US" sz="900" dirty="0"/>
              <a:t> (R$ 5.401,30). </a:t>
            </a:r>
            <a:r>
              <a:rPr lang="en-US" sz="900" dirty="0" err="1"/>
              <a:t>Saldo</a:t>
            </a:r>
            <a:r>
              <a:rPr lang="en-US" sz="900" dirty="0"/>
              <a:t> em </a:t>
            </a:r>
            <a:r>
              <a:rPr lang="en-US" sz="900" dirty="0" err="1"/>
              <a:t>caixa</a:t>
            </a:r>
            <a:r>
              <a:rPr lang="en-US" sz="900" dirty="0"/>
              <a:t> </a:t>
            </a:r>
            <a:r>
              <a:rPr lang="en-US" sz="900" dirty="0" err="1"/>
              <a:t>cresceu</a:t>
            </a:r>
            <a:r>
              <a:rPr lang="en-US" sz="900" dirty="0"/>
              <a:t> para R$ 628.706,56.</a:t>
            </a:r>
            <a:endParaRPr sz="900" dirty="0"/>
          </a:p>
        </p:txBody>
      </p:sp>
      <p:sp>
        <p:nvSpPr>
          <p:cNvPr id="195" name="Google Shape;195;p2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2</a:t>
            </a:fld>
            <a:endParaRPr sz="9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3" name="Google Shape;283;p3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 err="1"/>
              <a:t>Nenhuma</a:t>
            </a:r>
            <a:r>
              <a:rPr lang="en-US" sz="900" dirty="0"/>
              <a:t> nova </a:t>
            </a:r>
            <a:r>
              <a:rPr lang="en-US" sz="900" dirty="0" err="1"/>
              <a:t>parcela</a:t>
            </a:r>
            <a:r>
              <a:rPr lang="en-US" sz="900" dirty="0"/>
              <a:t> </a:t>
            </a:r>
            <a:r>
              <a:rPr lang="en-US" sz="900" dirty="0" err="1"/>
              <a:t>recebida</a:t>
            </a:r>
            <a:r>
              <a:rPr lang="en-US" sz="900" dirty="0"/>
              <a:t> em </a:t>
            </a:r>
            <a:r>
              <a:rPr lang="en-US" sz="900" dirty="0" err="1"/>
              <a:t>junho</a:t>
            </a:r>
            <a:r>
              <a:rPr lang="en-US" sz="900" dirty="0"/>
              <a:t>. Total </a:t>
            </a:r>
            <a:r>
              <a:rPr lang="en-US" sz="900" dirty="0" err="1"/>
              <a:t>recebido</a:t>
            </a:r>
            <a:r>
              <a:rPr lang="en-US" sz="900" dirty="0"/>
              <a:t> </a:t>
            </a:r>
            <a:r>
              <a:rPr lang="en-US" sz="900" dirty="0" err="1"/>
              <a:t>mantém</a:t>
            </a:r>
            <a:r>
              <a:rPr lang="en-US" sz="900" dirty="0"/>
              <a:t>-se em R$ 2.161.631,23 (4 de 7 </a:t>
            </a:r>
            <a:r>
              <a:rPr lang="en-US" sz="900" dirty="0" err="1"/>
              <a:t>parcelas</a:t>
            </a:r>
            <a:r>
              <a:rPr lang="en-US" sz="900" dirty="0"/>
              <a:t>). </a:t>
            </a:r>
            <a:r>
              <a:rPr lang="en-US" sz="900" dirty="0" err="1"/>
              <a:t>Parcelas</a:t>
            </a:r>
            <a:r>
              <a:rPr lang="en-US" sz="900" dirty="0"/>
              <a:t> 05, 06 e 07 </a:t>
            </a:r>
            <a:r>
              <a:rPr lang="en-US" sz="900" dirty="0" err="1"/>
              <a:t>pendentes</a:t>
            </a:r>
            <a:r>
              <a:rPr lang="en-US" sz="900" dirty="0"/>
              <a:t> </a:t>
            </a:r>
            <a:r>
              <a:rPr lang="en-US" sz="900" dirty="0" err="1"/>
              <a:t>conforme</a:t>
            </a:r>
            <a:r>
              <a:rPr lang="en-US" sz="900" dirty="0"/>
              <a:t> </a:t>
            </a:r>
            <a:r>
              <a:rPr lang="en-US" sz="900" dirty="0" err="1"/>
              <a:t>cronograma</a:t>
            </a:r>
            <a:r>
              <a:rPr lang="en-US" sz="900" dirty="0"/>
              <a:t> de </a:t>
            </a:r>
            <a:r>
              <a:rPr lang="en-US" sz="900" dirty="0" err="1"/>
              <a:t>faturamento</a:t>
            </a:r>
            <a:r>
              <a:rPr lang="en-US" sz="900" dirty="0"/>
              <a:t> da NANSEN.</a:t>
            </a:r>
            <a:endParaRPr sz="900" dirty="0"/>
          </a:p>
        </p:txBody>
      </p:sp>
      <p:sp>
        <p:nvSpPr>
          <p:cNvPr id="284" name="Google Shape;284;p3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3</a:t>
            </a:fld>
            <a:endParaRPr sz="9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1" name="Google Shape;371;p4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Execução acumulada de 58,4% do orçamento. Junho de baixa movimentação — entradas limitadas ao rendimento financeiro. Cronograma físico aderente (SPI ≈ 1,0).</a:t>
            </a:r>
            <a:endParaRPr sz="900"/>
          </a:p>
        </p:txBody>
      </p:sp>
      <p:sp>
        <p:nvSpPr>
          <p:cNvPr id="372" name="Google Shape;372;p4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4</a:t>
            </a:fld>
            <a:endParaRPr sz="9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5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/>
              <a:t>Macro 02 </a:t>
            </a:r>
            <a:r>
              <a:rPr lang="en-US" sz="900" dirty="0" err="1"/>
              <a:t>concluída</a:t>
            </a:r>
            <a:r>
              <a:rPr lang="en-US" sz="900" dirty="0"/>
              <a:t> (</a:t>
            </a:r>
            <a:r>
              <a:rPr lang="en-US" sz="900" dirty="0" err="1"/>
              <a:t>Documento</a:t>
            </a:r>
            <a:r>
              <a:rPr lang="en-US" sz="900" dirty="0"/>
              <a:t> de </a:t>
            </a:r>
            <a:r>
              <a:rPr lang="en-US" sz="900" dirty="0" err="1"/>
              <a:t>Requisitos</a:t>
            </a:r>
            <a:r>
              <a:rPr lang="en-US" sz="900" dirty="0"/>
              <a:t> </a:t>
            </a:r>
            <a:r>
              <a:rPr lang="en-US" sz="900" dirty="0" err="1"/>
              <a:t>consolidado</a:t>
            </a:r>
            <a:r>
              <a:rPr lang="en-US" sz="900" dirty="0"/>
              <a:t> e PoC </a:t>
            </a:r>
            <a:r>
              <a:rPr lang="en-US" sz="900" dirty="0" err="1"/>
              <a:t>implantada</a:t>
            </a:r>
            <a:r>
              <a:rPr lang="en-US" sz="900" dirty="0"/>
              <a:t>). Macro 03 </a:t>
            </a:r>
            <a:r>
              <a:rPr lang="en-US" sz="900" dirty="0" err="1"/>
              <a:t>iniciada</a:t>
            </a:r>
            <a:r>
              <a:rPr lang="en-US" sz="900" dirty="0"/>
              <a:t> e em franco </a:t>
            </a:r>
            <a:r>
              <a:rPr lang="en-US" sz="900" dirty="0" err="1"/>
              <a:t>avanço</a:t>
            </a:r>
            <a:r>
              <a:rPr lang="en-US" sz="900" dirty="0"/>
              <a:t> com a </a:t>
            </a:r>
            <a:r>
              <a:rPr lang="en-US" sz="900" dirty="0" err="1"/>
              <a:t>integração</a:t>
            </a:r>
            <a:r>
              <a:rPr lang="en-US" sz="900" dirty="0"/>
              <a:t> </a:t>
            </a:r>
            <a:r>
              <a:rPr lang="en-US" sz="900" dirty="0" err="1"/>
              <a:t>ML+Back-end+Agents</a:t>
            </a:r>
            <a:r>
              <a:rPr lang="en-US" sz="900" dirty="0"/>
              <a:t> e deploy no </a:t>
            </a:r>
            <a:r>
              <a:rPr lang="en-US" sz="900" dirty="0" err="1"/>
              <a:t>servidor</a:t>
            </a:r>
            <a:r>
              <a:rPr lang="en-US" sz="900" dirty="0"/>
              <a:t>.</a:t>
            </a:r>
            <a:endParaRPr sz="900" dirty="0"/>
          </a:p>
        </p:txBody>
      </p:sp>
      <p:sp>
        <p:nvSpPr>
          <p:cNvPr id="413" name="Google Shape;413;p5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5</a:t>
            </a:fld>
            <a:endParaRPr sz="9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4" name="Google Shape;474;p6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Junho: consolidação da integração ML+Back-end+Agents e implantação da PoC no servidor. Status geral verde, com atenção à performance do banco de dados e ao consumo energético.</a:t>
            </a:r>
            <a:endParaRPr sz="900"/>
          </a:p>
        </p:txBody>
      </p:sp>
      <p:sp>
        <p:nvSpPr>
          <p:cNvPr id="475" name="Google Shape;475;p6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6</a:t>
            </a:fld>
            <a:endParaRPr sz="9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5" name="Google Shape;505;p7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Front-end: escopo da Proposta 11 (multi-tenant) consolidado e interface redesenhada. Pronta para consumir as rotas de agentes (cards e chat).</a:t>
            </a:r>
            <a:endParaRPr sz="900"/>
          </a:p>
        </p:txBody>
      </p:sp>
      <p:sp>
        <p:nvSpPr>
          <p:cNvPr id="506" name="Google Shape;506;p7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7</a:t>
            </a:fld>
            <a:endParaRPr sz="9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0" name="Google Shape;530;p8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Back-end: PoC implantada no servidor e integrada aos agentes após correção de bugs (variáveis de ambiente e prompt padrão). Gargalos de performance identificados — otimização de BD é o foco dos próximos passos.</a:t>
            </a:r>
            <a:endParaRPr sz="900"/>
          </a:p>
        </p:txBody>
      </p:sp>
      <p:sp>
        <p:nvSpPr>
          <p:cNvPr id="531" name="Google Shape;531;p8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8</a:t>
            </a:fld>
            <a:endParaRPr sz="9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1" name="Google Shape;551;p9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/>
              <a:t>ML/DL: </a:t>
            </a:r>
            <a:r>
              <a:rPr lang="en-US" sz="900" dirty="0" err="1"/>
              <a:t>integração</a:t>
            </a:r>
            <a:r>
              <a:rPr lang="en-US" sz="900" dirty="0"/>
              <a:t> com Back-end e Agents </a:t>
            </a:r>
            <a:r>
              <a:rPr lang="en-US" sz="900" dirty="0" err="1"/>
              <a:t>bem-sucedida</a:t>
            </a:r>
            <a:r>
              <a:rPr lang="en-US" sz="900" dirty="0"/>
              <a:t> e </a:t>
            </a:r>
            <a:r>
              <a:rPr lang="en-US" sz="900" dirty="0" err="1"/>
              <a:t>modelo</a:t>
            </a:r>
            <a:r>
              <a:rPr lang="en-US" sz="900" dirty="0"/>
              <a:t> em </a:t>
            </a:r>
            <a:r>
              <a:rPr lang="en-US" sz="900" dirty="0" err="1"/>
              <a:t>produção</a:t>
            </a:r>
            <a:r>
              <a:rPr lang="en-US" sz="900" dirty="0"/>
              <a:t>. </a:t>
            </a:r>
            <a:r>
              <a:rPr lang="en-US" sz="900" dirty="0" err="1"/>
              <a:t>Foco</a:t>
            </a:r>
            <a:r>
              <a:rPr lang="en-US" sz="900" dirty="0"/>
              <a:t> em </a:t>
            </a:r>
            <a:r>
              <a:rPr lang="en-US" sz="900" dirty="0" err="1"/>
              <a:t>calibração</a:t>
            </a:r>
            <a:r>
              <a:rPr lang="en-US" sz="900" dirty="0"/>
              <a:t> das </a:t>
            </a:r>
            <a:r>
              <a:rPr lang="en-US" sz="900" dirty="0" err="1"/>
              <a:t>probabilidades</a:t>
            </a:r>
            <a:r>
              <a:rPr lang="en-US" sz="900" dirty="0"/>
              <a:t>, testes com LSTM e </a:t>
            </a:r>
            <a:r>
              <a:rPr lang="en-US" sz="900" dirty="0" err="1"/>
              <a:t>estudo</a:t>
            </a:r>
            <a:r>
              <a:rPr lang="en-US" sz="900" dirty="0"/>
              <a:t> do </a:t>
            </a:r>
            <a:r>
              <a:rPr lang="en-US" sz="900" dirty="0" err="1"/>
              <a:t>OpenDSS</a:t>
            </a:r>
            <a:r>
              <a:rPr lang="en-US" sz="900" dirty="0"/>
              <a:t>.</a:t>
            </a:r>
            <a:endParaRPr sz="900" dirty="0"/>
          </a:p>
        </p:txBody>
      </p:sp>
      <p:sp>
        <p:nvSpPr>
          <p:cNvPr id="552" name="Google Shape;552;p9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9</a:t>
            </a:fld>
            <a:endParaRPr sz="9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7" name="Google Shape;577;p10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Agentes de IA: integração na versão 2 com agentes monitor, relator e RAG. Arquitetura multimodelo — modelo mais eficiente para análise/relato e o de menor latência para o RAG.</a:t>
            </a:r>
            <a:endParaRPr sz="900"/>
          </a:p>
        </p:txBody>
      </p:sp>
      <p:sp>
        <p:nvSpPr>
          <p:cNvPr id="578" name="Google Shape;578;p10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10</a:t>
            </a:fld>
            <a:endParaRPr sz="9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7" name="Google Shape;597;p11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DevOps: comparativo de consumo por modelo de LLM e evolução do consumo energético por sprint — aumento de 30% frente à média anterior, subsidiando o dimensionamento de energia e hardware.</a:t>
            </a:r>
            <a:endParaRPr sz="900"/>
          </a:p>
        </p:txBody>
      </p:sp>
      <p:sp>
        <p:nvSpPr>
          <p:cNvPr id="598" name="Google Shape;598;p11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11</a:t>
            </a:fld>
            <a:endParaRPr sz="9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6" name="Google Shape;636;p12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Pesquisa Científica: validação dos dados e da integração agente–IA, apoio regulatório (NBR 16968, IEC 62056/DLMS) e disponibilização de informações sobre o OpenDSS.</a:t>
            </a:r>
            <a:endParaRPr sz="900"/>
          </a:p>
        </p:txBody>
      </p:sp>
      <p:sp>
        <p:nvSpPr>
          <p:cNvPr id="637" name="Google Shape;637;p12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12</a:t>
            </a:fld>
            <a:endParaRPr sz="9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13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/>
              <a:t>PI em </a:t>
            </a:r>
            <a:r>
              <a:rPr lang="en-US" sz="900" dirty="0" err="1"/>
              <a:t>andamento</a:t>
            </a:r>
            <a:r>
              <a:rPr lang="en-US" sz="900" dirty="0"/>
              <a:t>: </a:t>
            </a:r>
            <a:r>
              <a:rPr lang="en-US" sz="900" dirty="0" err="1"/>
              <a:t>artigo</a:t>
            </a:r>
            <a:r>
              <a:rPr lang="en-US" sz="900" dirty="0"/>
              <a:t> </a:t>
            </a:r>
            <a:r>
              <a:rPr lang="en-US" sz="900" dirty="0" err="1"/>
              <a:t>submetido</a:t>
            </a:r>
            <a:r>
              <a:rPr lang="en-US" sz="900" dirty="0"/>
              <a:t> </a:t>
            </a:r>
            <a:r>
              <a:rPr lang="en-US" sz="900" dirty="0" err="1"/>
              <a:t>ao</a:t>
            </a:r>
            <a:r>
              <a:rPr lang="en-US" sz="900" dirty="0"/>
              <a:t> IEACON 2026, </a:t>
            </a:r>
            <a:r>
              <a:rPr lang="en-US" sz="900" dirty="0" err="1"/>
              <a:t>artigo</a:t>
            </a:r>
            <a:r>
              <a:rPr lang="en-US" sz="900" dirty="0"/>
              <a:t> do </a:t>
            </a:r>
            <a:r>
              <a:rPr lang="en-US" sz="900" dirty="0" err="1"/>
              <a:t>projeto</a:t>
            </a:r>
            <a:r>
              <a:rPr lang="en-US" sz="900" dirty="0"/>
              <a:t> em </a:t>
            </a:r>
            <a:r>
              <a:rPr lang="en-US" sz="900" dirty="0" err="1"/>
              <a:t>revisão</a:t>
            </a:r>
            <a:r>
              <a:rPr lang="en-US" sz="900" dirty="0"/>
              <a:t> e </a:t>
            </a:r>
            <a:r>
              <a:rPr lang="en-US" sz="900" dirty="0" err="1"/>
              <a:t>Artigo</a:t>
            </a:r>
            <a:r>
              <a:rPr lang="en-US" sz="900" dirty="0"/>
              <a:t> 04 em </a:t>
            </a:r>
            <a:r>
              <a:rPr lang="en-US" sz="900" dirty="0" err="1"/>
              <a:t>estruturação</a:t>
            </a:r>
            <a:r>
              <a:rPr lang="en-US" sz="900" dirty="0"/>
              <a:t>. </a:t>
            </a:r>
            <a:r>
              <a:rPr lang="en-US" sz="900" dirty="0" err="1"/>
              <a:t>Registro</a:t>
            </a:r>
            <a:r>
              <a:rPr lang="en-US" sz="900" dirty="0"/>
              <a:t> de software junto </a:t>
            </a:r>
            <a:r>
              <a:rPr lang="en-US" sz="900" dirty="0" err="1"/>
              <a:t>ao</a:t>
            </a:r>
            <a:r>
              <a:rPr lang="en-US" sz="900" dirty="0"/>
              <a:t> INPI segue </a:t>
            </a:r>
            <a:r>
              <a:rPr lang="en-US" sz="900" dirty="0" err="1"/>
              <a:t>planejado</a:t>
            </a:r>
            <a:r>
              <a:rPr lang="en-US" sz="900" dirty="0"/>
              <a:t>.</a:t>
            </a:r>
            <a:endParaRPr sz="900" dirty="0"/>
          </a:p>
        </p:txBody>
      </p:sp>
      <p:sp>
        <p:nvSpPr>
          <p:cNvPr id="661" name="Google Shape;661;p13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13</a:t>
            </a:fld>
            <a:endParaRPr sz="9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9" name="Google Shape;689;p14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 err="1"/>
              <a:t>Integração</a:t>
            </a:r>
            <a:r>
              <a:rPr lang="en-US" sz="900" dirty="0"/>
              <a:t> via MCP </a:t>
            </a:r>
            <a:r>
              <a:rPr lang="en-US" sz="900" dirty="0" err="1"/>
              <a:t>passa</a:t>
            </a:r>
            <a:r>
              <a:rPr lang="en-US" sz="900" dirty="0"/>
              <a:t> a MITIGADO com a v2 </a:t>
            </a:r>
            <a:r>
              <a:rPr lang="en-US" sz="900" dirty="0" err="1"/>
              <a:t>concluída</a:t>
            </a:r>
            <a:r>
              <a:rPr lang="en-US" sz="900" dirty="0"/>
              <a:t>. </a:t>
            </a:r>
            <a:r>
              <a:rPr lang="en-US" sz="900" dirty="0" err="1"/>
              <a:t>Novos</a:t>
            </a:r>
            <a:r>
              <a:rPr lang="en-US" sz="900" dirty="0"/>
              <a:t> </a:t>
            </a:r>
            <a:r>
              <a:rPr lang="en-US" sz="900" dirty="0" err="1"/>
              <a:t>focos</a:t>
            </a:r>
            <a:r>
              <a:rPr lang="en-US" sz="900" dirty="0"/>
              <a:t> de </a:t>
            </a:r>
            <a:r>
              <a:rPr lang="en-US" sz="900" dirty="0" err="1"/>
              <a:t>monitoramento</a:t>
            </a:r>
            <a:r>
              <a:rPr lang="en-US" sz="900" dirty="0"/>
              <a:t>: performance em </a:t>
            </a:r>
            <a:r>
              <a:rPr lang="en-US" sz="900" dirty="0" err="1"/>
              <a:t>produção</a:t>
            </a:r>
            <a:r>
              <a:rPr lang="en-US" sz="900" dirty="0"/>
              <a:t> e </a:t>
            </a:r>
            <a:r>
              <a:rPr lang="en-US" sz="900" dirty="0" err="1"/>
              <a:t>consumo</a:t>
            </a:r>
            <a:r>
              <a:rPr lang="en-US" sz="900" dirty="0"/>
              <a:t> </a:t>
            </a:r>
            <a:r>
              <a:rPr lang="en-US" sz="900" dirty="0" err="1"/>
              <a:t>energético</a:t>
            </a:r>
            <a:r>
              <a:rPr lang="en-US" sz="900" dirty="0"/>
              <a:t> (novo </a:t>
            </a:r>
            <a:r>
              <a:rPr lang="en-US" sz="900" dirty="0" err="1"/>
              <a:t>risco</a:t>
            </a:r>
            <a:r>
              <a:rPr lang="en-US" sz="900" dirty="0"/>
              <a:t> R08).</a:t>
            </a:r>
            <a:endParaRPr sz="900" dirty="0"/>
          </a:p>
        </p:txBody>
      </p:sp>
      <p:sp>
        <p:nvSpPr>
          <p:cNvPr id="690" name="Google Shape;690;p14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14</a:t>
            </a:fld>
            <a:endParaRPr sz="9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3" name="Google Shape;763;p15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Todo o acompanhamento — atividades, sprints e evidências — é registrado no OpenProject da INOVA/IFAM.</a:t>
            </a:r>
            <a:endParaRPr sz="900"/>
          </a:p>
        </p:txBody>
      </p:sp>
      <p:sp>
        <p:nvSpPr>
          <p:cNvPr id="764" name="Google Shape;764;p15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15</a:t>
            </a:fld>
            <a:endParaRPr sz="9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6" name="Google Shape;776;p16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Encaminhamentos por equipe para o próximo ciclo, consolidando as prioridades levantadas na Sprint 9.</a:t>
            </a:r>
            <a:endParaRPr sz="900"/>
          </a:p>
        </p:txBody>
      </p:sp>
      <p:sp>
        <p:nvSpPr>
          <p:cNvPr id="777" name="Google Shape;777;p16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16</a:t>
            </a:fld>
            <a:endParaRPr sz="9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3" name="Google Shape;80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10" name="Google Shape;81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0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" name="Google Shape;19;p20"/>
          <p:cNvGrpSpPr/>
          <p:nvPr/>
        </p:nvGrpSpPr>
        <p:grpSpPr>
          <a:xfrm>
            <a:off x="0" y="-3572"/>
            <a:ext cx="4644008" cy="5155627"/>
            <a:chOff x="0" y="-3572"/>
            <a:chExt cx="6392864" cy="5155627"/>
          </a:xfrm>
        </p:grpSpPr>
        <p:sp>
          <p:nvSpPr>
            <p:cNvPr id="20" name="Google Shape;20;p20"/>
            <p:cNvSpPr/>
            <p:nvPr/>
          </p:nvSpPr>
          <p:spPr>
            <a:xfrm>
              <a:off x="0" y="0"/>
              <a:ext cx="5511800" cy="5143500"/>
            </a:xfrm>
            <a:custGeom>
              <a:avLst/>
              <a:gdLst/>
              <a:ahLst/>
              <a:cxnLst/>
              <a:rect l="l" t="t" r="r" b="b"/>
              <a:pathLst>
                <a:path w="13888" h="17280" extrusionOk="0">
                  <a:moveTo>
                    <a:pt x="4797" y="5143"/>
                  </a:moveTo>
                  <a:lnTo>
                    <a:pt x="13888" y="0"/>
                  </a:lnTo>
                  <a:lnTo>
                    <a:pt x="0" y="0"/>
                  </a:lnTo>
                  <a:lnTo>
                    <a:pt x="0" y="17280"/>
                  </a:lnTo>
                  <a:lnTo>
                    <a:pt x="7113" y="17280"/>
                  </a:lnTo>
                  <a:lnTo>
                    <a:pt x="3211" y="10385"/>
                  </a:lnTo>
                  <a:lnTo>
                    <a:pt x="3159" y="10289"/>
                  </a:lnTo>
                  <a:lnTo>
                    <a:pt x="3111" y="10192"/>
                  </a:lnTo>
                  <a:lnTo>
                    <a:pt x="3068" y="10094"/>
                  </a:lnTo>
                  <a:lnTo>
                    <a:pt x="3029" y="9994"/>
                  </a:lnTo>
                  <a:lnTo>
                    <a:pt x="2995" y="9895"/>
                  </a:lnTo>
                  <a:lnTo>
                    <a:pt x="2963" y="9795"/>
                  </a:lnTo>
                  <a:lnTo>
                    <a:pt x="2937" y="9693"/>
                  </a:lnTo>
                  <a:lnTo>
                    <a:pt x="2915" y="9591"/>
                  </a:lnTo>
                  <a:lnTo>
                    <a:pt x="2897" y="9490"/>
                  </a:lnTo>
                  <a:lnTo>
                    <a:pt x="2883" y="9387"/>
                  </a:lnTo>
                  <a:lnTo>
                    <a:pt x="2872" y="9285"/>
                  </a:lnTo>
                  <a:lnTo>
                    <a:pt x="2867" y="9182"/>
                  </a:lnTo>
                  <a:lnTo>
                    <a:pt x="2865" y="9081"/>
                  </a:lnTo>
                  <a:lnTo>
                    <a:pt x="2866" y="8978"/>
                  </a:lnTo>
                  <a:lnTo>
                    <a:pt x="2872" y="8877"/>
                  </a:lnTo>
                  <a:lnTo>
                    <a:pt x="2881" y="8775"/>
                  </a:lnTo>
                  <a:lnTo>
                    <a:pt x="2895" y="8675"/>
                  </a:lnTo>
                  <a:lnTo>
                    <a:pt x="2912" y="8574"/>
                  </a:lnTo>
                  <a:lnTo>
                    <a:pt x="2933" y="8475"/>
                  </a:lnTo>
                  <a:lnTo>
                    <a:pt x="2958" y="8376"/>
                  </a:lnTo>
                  <a:lnTo>
                    <a:pt x="2986" y="8278"/>
                  </a:lnTo>
                  <a:lnTo>
                    <a:pt x="3018" y="8182"/>
                  </a:lnTo>
                  <a:lnTo>
                    <a:pt x="3054" y="8087"/>
                  </a:lnTo>
                  <a:lnTo>
                    <a:pt x="3094" y="7993"/>
                  </a:lnTo>
                  <a:lnTo>
                    <a:pt x="3137" y="7901"/>
                  </a:lnTo>
                  <a:lnTo>
                    <a:pt x="3184" y="7811"/>
                  </a:lnTo>
                  <a:lnTo>
                    <a:pt x="3233" y="7722"/>
                  </a:lnTo>
                  <a:lnTo>
                    <a:pt x="3287" y="7635"/>
                  </a:lnTo>
                  <a:lnTo>
                    <a:pt x="3343" y="7549"/>
                  </a:lnTo>
                  <a:lnTo>
                    <a:pt x="3404" y="7466"/>
                  </a:lnTo>
                  <a:lnTo>
                    <a:pt x="3468" y="7385"/>
                  </a:lnTo>
                  <a:lnTo>
                    <a:pt x="3536" y="7306"/>
                  </a:lnTo>
                  <a:lnTo>
                    <a:pt x="3537" y="7225"/>
                  </a:lnTo>
                  <a:lnTo>
                    <a:pt x="3541" y="7144"/>
                  </a:lnTo>
                  <a:lnTo>
                    <a:pt x="3548" y="7064"/>
                  </a:lnTo>
                  <a:lnTo>
                    <a:pt x="3556" y="6983"/>
                  </a:lnTo>
                  <a:lnTo>
                    <a:pt x="3568" y="6903"/>
                  </a:lnTo>
                  <a:lnTo>
                    <a:pt x="3583" y="6825"/>
                  </a:lnTo>
                  <a:lnTo>
                    <a:pt x="3599" y="6746"/>
                  </a:lnTo>
                  <a:lnTo>
                    <a:pt x="3620" y="6667"/>
                  </a:lnTo>
                  <a:lnTo>
                    <a:pt x="3642" y="6590"/>
                  </a:lnTo>
                  <a:lnTo>
                    <a:pt x="3666" y="6513"/>
                  </a:lnTo>
                  <a:lnTo>
                    <a:pt x="3693" y="6437"/>
                  </a:lnTo>
                  <a:lnTo>
                    <a:pt x="3723" y="6362"/>
                  </a:lnTo>
                  <a:lnTo>
                    <a:pt x="3754" y="6288"/>
                  </a:lnTo>
                  <a:lnTo>
                    <a:pt x="3789" y="6214"/>
                  </a:lnTo>
                  <a:lnTo>
                    <a:pt x="3825" y="6142"/>
                  </a:lnTo>
                  <a:lnTo>
                    <a:pt x="3864" y="6072"/>
                  </a:lnTo>
                  <a:lnTo>
                    <a:pt x="3905" y="6002"/>
                  </a:lnTo>
                  <a:lnTo>
                    <a:pt x="3949" y="5932"/>
                  </a:lnTo>
                  <a:lnTo>
                    <a:pt x="3995" y="5865"/>
                  </a:lnTo>
                  <a:lnTo>
                    <a:pt x="4043" y="5800"/>
                  </a:lnTo>
                  <a:lnTo>
                    <a:pt x="4094" y="5736"/>
                  </a:lnTo>
                  <a:lnTo>
                    <a:pt x="4147" y="5673"/>
                  </a:lnTo>
                  <a:lnTo>
                    <a:pt x="4202" y="5612"/>
                  </a:lnTo>
                  <a:lnTo>
                    <a:pt x="4260" y="5552"/>
                  </a:lnTo>
                  <a:lnTo>
                    <a:pt x="4320" y="5494"/>
                  </a:lnTo>
                  <a:lnTo>
                    <a:pt x="4382" y="5438"/>
                  </a:lnTo>
                  <a:lnTo>
                    <a:pt x="4445" y="5384"/>
                  </a:lnTo>
                  <a:lnTo>
                    <a:pt x="4512" y="5332"/>
                  </a:lnTo>
                  <a:lnTo>
                    <a:pt x="4580" y="5281"/>
                  </a:lnTo>
                  <a:lnTo>
                    <a:pt x="4651" y="5233"/>
                  </a:lnTo>
                  <a:lnTo>
                    <a:pt x="4723" y="5187"/>
                  </a:lnTo>
                  <a:lnTo>
                    <a:pt x="4797" y="5143"/>
                  </a:lnTo>
                  <a:close/>
                </a:path>
              </a:pathLst>
            </a:custGeom>
            <a:solidFill>
              <a:srgbClr val="43B95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20"/>
            <p:cNvSpPr/>
            <p:nvPr/>
          </p:nvSpPr>
          <p:spPr>
            <a:xfrm>
              <a:off x="1403351" y="-3572"/>
              <a:ext cx="4989513" cy="2175272"/>
            </a:xfrm>
            <a:custGeom>
              <a:avLst/>
              <a:gdLst/>
              <a:ahLst/>
              <a:cxnLst/>
              <a:rect l="l" t="t" r="r" b="b"/>
              <a:pathLst>
                <a:path w="18858" h="10962" extrusionOk="0">
                  <a:moveTo>
                    <a:pt x="87" y="10868"/>
                  </a:moveTo>
                  <a:lnTo>
                    <a:pt x="138" y="10815"/>
                  </a:lnTo>
                  <a:lnTo>
                    <a:pt x="189" y="10763"/>
                  </a:lnTo>
                  <a:lnTo>
                    <a:pt x="242" y="10712"/>
                  </a:lnTo>
                  <a:lnTo>
                    <a:pt x="296" y="10663"/>
                  </a:lnTo>
                  <a:lnTo>
                    <a:pt x="350" y="10614"/>
                  </a:lnTo>
                  <a:lnTo>
                    <a:pt x="405" y="10566"/>
                  </a:lnTo>
                  <a:lnTo>
                    <a:pt x="463" y="10519"/>
                  </a:lnTo>
                  <a:lnTo>
                    <a:pt x="521" y="10473"/>
                  </a:lnTo>
                  <a:lnTo>
                    <a:pt x="580" y="10427"/>
                  </a:lnTo>
                  <a:lnTo>
                    <a:pt x="639" y="10382"/>
                  </a:lnTo>
                  <a:lnTo>
                    <a:pt x="700" y="10340"/>
                  </a:lnTo>
                  <a:lnTo>
                    <a:pt x="763" y="10297"/>
                  </a:lnTo>
                  <a:lnTo>
                    <a:pt x="825" y="10256"/>
                  </a:lnTo>
                  <a:lnTo>
                    <a:pt x="890" y="10216"/>
                  </a:lnTo>
                  <a:lnTo>
                    <a:pt x="955" y="10176"/>
                  </a:lnTo>
                  <a:lnTo>
                    <a:pt x="1021" y="10138"/>
                  </a:lnTo>
                  <a:lnTo>
                    <a:pt x="18858" y="0"/>
                  </a:lnTo>
                  <a:lnTo>
                    <a:pt x="15525" y="0"/>
                  </a:lnTo>
                  <a:lnTo>
                    <a:pt x="1893" y="7716"/>
                  </a:lnTo>
                  <a:lnTo>
                    <a:pt x="1781" y="7782"/>
                  </a:lnTo>
                  <a:lnTo>
                    <a:pt x="1672" y="7851"/>
                  </a:lnTo>
                  <a:lnTo>
                    <a:pt x="1566" y="7924"/>
                  </a:lnTo>
                  <a:lnTo>
                    <a:pt x="1464" y="7999"/>
                  </a:lnTo>
                  <a:lnTo>
                    <a:pt x="1365" y="8077"/>
                  </a:lnTo>
                  <a:lnTo>
                    <a:pt x="1269" y="8158"/>
                  </a:lnTo>
                  <a:lnTo>
                    <a:pt x="1176" y="8243"/>
                  </a:lnTo>
                  <a:lnTo>
                    <a:pt x="1087" y="8329"/>
                  </a:lnTo>
                  <a:lnTo>
                    <a:pt x="1001" y="8419"/>
                  </a:lnTo>
                  <a:lnTo>
                    <a:pt x="918" y="8511"/>
                  </a:lnTo>
                  <a:lnTo>
                    <a:pt x="838" y="8605"/>
                  </a:lnTo>
                  <a:lnTo>
                    <a:pt x="763" y="8702"/>
                  </a:lnTo>
                  <a:lnTo>
                    <a:pt x="689" y="8801"/>
                  </a:lnTo>
                  <a:lnTo>
                    <a:pt x="621" y="8901"/>
                  </a:lnTo>
                  <a:lnTo>
                    <a:pt x="555" y="9004"/>
                  </a:lnTo>
                  <a:lnTo>
                    <a:pt x="493" y="9109"/>
                  </a:lnTo>
                  <a:lnTo>
                    <a:pt x="435" y="9216"/>
                  </a:lnTo>
                  <a:lnTo>
                    <a:pt x="380" y="9323"/>
                  </a:lnTo>
                  <a:lnTo>
                    <a:pt x="328" y="9434"/>
                  </a:lnTo>
                  <a:lnTo>
                    <a:pt x="281" y="9545"/>
                  </a:lnTo>
                  <a:lnTo>
                    <a:pt x="237" y="9658"/>
                  </a:lnTo>
                  <a:lnTo>
                    <a:pt x="196" y="9771"/>
                  </a:lnTo>
                  <a:lnTo>
                    <a:pt x="159" y="9887"/>
                  </a:lnTo>
                  <a:lnTo>
                    <a:pt x="126" y="10004"/>
                  </a:lnTo>
                  <a:lnTo>
                    <a:pt x="97" y="10120"/>
                  </a:lnTo>
                  <a:lnTo>
                    <a:pt x="72" y="10239"/>
                  </a:lnTo>
                  <a:lnTo>
                    <a:pt x="50" y="10358"/>
                  </a:lnTo>
                  <a:lnTo>
                    <a:pt x="32" y="10477"/>
                  </a:lnTo>
                  <a:lnTo>
                    <a:pt x="18" y="10598"/>
                  </a:lnTo>
                  <a:lnTo>
                    <a:pt x="8" y="10719"/>
                  </a:lnTo>
                  <a:lnTo>
                    <a:pt x="2" y="10841"/>
                  </a:lnTo>
                  <a:lnTo>
                    <a:pt x="0" y="10962"/>
                  </a:lnTo>
                  <a:lnTo>
                    <a:pt x="1" y="10961"/>
                  </a:lnTo>
                  <a:lnTo>
                    <a:pt x="2" y="10960"/>
                  </a:lnTo>
                  <a:lnTo>
                    <a:pt x="12" y="10949"/>
                  </a:lnTo>
                  <a:lnTo>
                    <a:pt x="20" y="10940"/>
                  </a:lnTo>
                  <a:lnTo>
                    <a:pt x="32" y="10927"/>
                  </a:lnTo>
                  <a:lnTo>
                    <a:pt x="42" y="10915"/>
                  </a:lnTo>
                  <a:lnTo>
                    <a:pt x="53" y="10903"/>
                  </a:lnTo>
                  <a:lnTo>
                    <a:pt x="65" y="10891"/>
                  </a:lnTo>
                  <a:lnTo>
                    <a:pt x="75" y="10879"/>
                  </a:lnTo>
                  <a:lnTo>
                    <a:pt x="87" y="10868"/>
                  </a:lnTo>
                  <a:close/>
                </a:path>
              </a:pathLst>
            </a:custGeom>
            <a:solidFill>
              <a:srgbClr val="34602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20"/>
            <p:cNvSpPr/>
            <p:nvPr/>
          </p:nvSpPr>
          <p:spPr>
            <a:xfrm>
              <a:off x="1124495" y="2185017"/>
              <a:ext cx="2359025" cy="2967038"/>
            </a:xfrm>
            <a:custGeom>
              <a:avLst/>
              <a:gdLst/>
              <a:ahLst/>
              <a:cxnLst/>
              <a:rect l="l" t="t" r="r" b="b"/>
              <a:pathLst>
                <a:path w="10402" h="17444" extrusionOk="0">
                  <a:moveTo>
                    <a:pt x="1174" y="1"/>
                  </a:moveTo>
                  <a:lnTo>
                    <a:pt x="1174" y="0"/>
                  </a:lnTo>
                  <a:lnTo>
                    <a:pt x="1174" y="0"/>
                  </a:lnTo>
                  <a:lnTo>
                    <a:pt x="1174" y="0"/>
                  </a:lnTo>
                  <a:lnTo>
                    <a:pt x="1174" y="1"/>
                  </a:lnTo>
                  <a:close/>
                  <a:moveTo>
                    <a:pt x="10402" y="17444"/>
                  </a:moveTo>
                  <a:lnTo>
                    <a:pt x="1739" y="2143"/>
                  </a:lnTo>
                  <a:lnTo>
                    <a:pt x="1695" y="2065"/>
                  </a:lnTo>
                  <a:lnTo>
                    <a:pt x="1653" y="1985"/>
                  </a:lnTo>
                  <a:lnTo>
                    <a:pt x="1613" y="1906"/>
                  </a:lnTo>
                  <a:lnTo>
                    <a:pt x="1575" y="1826"/>
                  </a:lnTo>
                  <a:lnTo>
                    <a:pt x="1538" y="1744"/>
                  </a:lnTo>
                  <a:lnTo>
                    <a:pt x="1504" y="1664"/>
                  </a:lnTo>
                  <a:lnTo>
                    <a:pt x="1472" y="1582"/>
                  </a:lnTo>
                  <a:lnTo>
                    <a:pt x="1440" y="1500"/>
                  </a:lnTo>
                  <a:lnTo>
                    <a:pt x="1411" y="1418"/>
                  </a:lnTo>
                  <a:lnTo>
                    <a:pt x="1383" y="1336"/>
                  </a:lnTo>
                  <a:lnTo>
                    <a:pt x="1357" y="1253"/>
                  </a:lnTo>
                  <a:lnTo>
                    <a:pt x="1333" y="1170"/>
                  </a:lnTo>
                  <a:lnTo>
                    <a:pt x="1311" y="1086"/>
                  </a:lnTo>
                  <a:lnTo>
                    <a:pt x="1291" y="1003"/>
                  </a:lnTo>
                  <a:lnTo>
                    <a:pt x="1271" y="919"/>
                  </a:lnTo>
                  <a:lnTo>
                    <a:pt x="1253" y="835"/>
                  </a:lnTo>
                  <a:lnTo>
                    <a:pt x="1252" y="826"/>
                  </a:lnTo>
                  <a:lnTo>
                    <a:pt x="1250" y="818"/>
                  </a:lnTo>
                  <a:lnTo>
                    <a:pt x="1249" y="809"/>
                  </a:lnTo>
                  <a:lnTo>
                    <a:pt x="1247" y="800"/>
                  </a:lnTo>
                  <a:lnTo>
                    <a:pt x="1244" y="784"/>
                  </a:lnTo>
                  <a:lnTo>
                    <a:pt x="1241" y="766"/>
                  </a:lnTo>
                  <a:lnTo>
                    <a:pt x="1238" y="750"/>
                  </a:lnTo>
                  <a:lnTo>
                    <a:pt x="1235" y="733"/>
                  </a:lnTo>
                  <a:lnTo>
                    <a:pt x="1234" y="723"/>
                  </a:lnTo>
                  <a:lnTo>
                    <a:pt x="1232" y="713"/>
                  </a:lnTo>
                  <a:lnTo>
                    <a:pt x="1231" y="703"/>
                  </a:lnTo>
                  <a:lnTo>
                    <a:pt x="1228" y="693"/>
                  </a:lnTo>
                  <a:lnTo>
                    <a:pt x="1226" y="677"/>
                  </a:lnTo>
                  <a:lnTo>
                    <a:pt x="1224" y="661"/>
                  </a:lnTo>
                  <a:lnTo>
                    <a:pt x="1221" y="645"/>
                  </a:lnTo>
                  <a:lnTo>
                    <a:pt x="1219" y="629"/>
                  </a:lnTo>
                  <a:lnTo>
                    <a:pt x="1217" y="619"/>
                  </a:lnTo>
                  <a:lnTo>
                    <a:pt x="1216" y="608"/>
                  </a:lnTo>
                  <a:lnTo>
                    <a:pt x="1214" y="597"/>
                  </a:lnTo>
                  <a:lnTo>
                    <a:pt x="1213" y="587"/>
                  </a:lnTo>
                  <a:lnTo>
                    <a:pt x="1209" y="553"/>
                  </a:lnTo>
                  <a:lnTo>
                    <a:pt x="1204" y="519"/>
                  </a:lnTo>
                  <a:lnTo>
                    <a:pt x="1200" y="486"/>
                  </a:lnTo>
                  <a:lnTo>
                    <a:pt x="1197" y="452"/>
                  </a:lnTo>
                  <a:lnTo>
                    <a:pt x="1193" y="419"/>
                  </a:lnTo>
                  <a:lnTo>
                    <a:pt x="1190" y="385"/>
                  </a:lnTo>
                  <a:lnTo>
                    <a:pt x="1188" y="351"/>
                  </a:lnTo>
                  <a:lnTo>
                    <a:pt x="1185" y="317"/>
                  </a:lnTo>
                  <a:lnTo>
                    <a:pt x="1184" y="304"/>
                  </a:lnTo>
                  <a:lnTo>
                    <a:pt x="1184" y="292"/>
                  </a:lnTo>
                  <a:lnTo>
                    <a:pt x="1183" y="279"/>
                  </a:lnTo>
                  <a:lnTo>
                    <a:pt x="1181" y="266"/>
                  </a:lnTo>
                  <a:lnTo>
                    <a:pt x="1181" y="253"/>
                  </a:lnTo>
                  <a:lnTo>
                    <a:pt x="1180" y="240"/>
                  </a:lnTo>
                  <a:lnTo>
                    <a:pt x="1179" y="227"/>
                  </a:lnTo>
                  <a:lnTo>
                    <a:pt x="1179" y="214"/>
                  </a:lnTo>
                  <a:lnTo>
                    <a:pt x="1178" y="201"/>
                  </a:lnTo>
                  <a:lnTo>
                    <a:pt x="1178" y="188"/>
                  </a:lnTo>
                  <a:lnTo>
                    <a:pt x="1177" y="174"/>
                  </a:lnTo>
                  <a:lnTo>
                    <a:pt x="1177" y="160"/>
                  </a:lnTo>
                  <a:lnTo>
                    <a:pt x="1176" y="147"/>
                  </a:lnTo>
                  <a:lnTo>
                    <a:pt x="1176" y="134"/>
                  </a:lnTo>
                  <a:lnTo>
                    <a:pt x="1175" y="120"/>
                  </a:lnTo>
                  <a:lnTo>
                    <a:pt x="1175" y="107"/>
                  </a:lnTo>
                  <a:lnTo>
                    <a:pt x="1175" y="94"/>
                  </a:lnTo>
                  <a:lnTo>
                    <a:pt x="1175" y="80"/>
                  </a:lnTo>
                  <a:lnTo>
                    <a:pt x="1174" y="67"/>
                  </a:lnTo>
                  <a:lnTo>
                    <a:pt x="1174" y="52"/>
                  </a:lnTo>
                  <a:lnTo>
                    <a:pt x="1174" y="39"/>
                  </a:lnTo>
                  <a:lnTo>
                    <a:pt x="1174" y="26"/>
                  </a:lnTo>
                  <a:lnTo>
                    <a:pt x="1174" y="14"/>
                  </a:lnTo>
                  <a:lnTo>
                    <a:pt x="1174" y="1"/>
                  </a:lnTo>
                  <a:lnTo>
                    <a:pt x="1174" y="0"/>
                  </a:lnTo>
                  <a:lnTo>
                    <a:pt x="1174" y="0"/>
                  </a:lnTo>
                  <a:lnTo>
                    <a:pt x="1174" y="0"/>
                  </a:lnTo>
                  <a:lnTo>
                    <a:pt x="1056" y="137"/>
                  </a:lnTo>
                  <a:lnTo>
                    <a:pt x="945" y="279"/>
                  </a:lnTo>
                  <a:lnTo>
                    <a:pt x="839" y="425"/>
                  </a:lnTo>
                  <a:lnTo>
                    <a:pt x="739" y="575"/>
                  </a:lnTo>
                  <a:lnTo>
                    <a:pt x="646" y="726"/>
                  </a:lnTo>
                  <a:lnTo>
                    <a:pt x="557" y="882"/>
                  </a:lnTo>
                  <a:lnTo>
                    <a:pt x="477" y="1041"/>
                  </a:lnTo>
                  <a:lnTo>
                    <a:pt x="401" y="1203"/>
                  </a:lnTo>
                  <a:lnTo>
                    <a:pt x="333" y="1366"/>
                  </a:lnTo>
                  <a:lnTo>
                    <a:pt x="269" y="1532"/>
                  </a:lnTo>
                  <a:lnTo>
                    <a:pt x="214" y="1701"/>
                  </a:lnTo>
                  <a:lnTo>
                    <a:pt x="164" y="1871"/>
                  </a:lnTo>
                  <a:lnTo>
                    <a:pt x="120" y="2043"/>
                  </a:lnTo>
                  <a:lnTo>
                    <a:pt x="84" y="2218"/>
                  </a:lnTo>
                  <a:lnTo>
                    <a:pt x="53" y="2392"/>
                  </a:lnTo>
                  <a:lnTo>
                    <a:pt x="29" y="2569"/>
                  </a:lnTo>
                  <a:lnTo>
                    <a:pt x="13" y="2745"/>
                  </a:lnTo>
                  <a:lnTo>
                    <a:pt x="3" y="2924"/>
                  </a:lnTo>
                  <a:lnTo>
                    <a:pt x="0" y="3103"/>
                  </a:lnTo>
                  <a:lnTo>
                    <a:pt x="3" y="3282"/>
                  </a:lnTo>
                  <a:lnTo>
                    <a:pt x="14" y="3460"/>
                  </a:lnTo>
                  <a:lnTo>
                    <a:pt x="32" y="3639"/>
                  </a:lnTo>
                  <a:lnTo>
                    <a:pt x="57" y="3818"/>
                  </a:lnTo>
                  <a:lnTo>
                    <a:pt x="88" y="3997"/>
                  </a:lnTo>
                  <a:lnTo>
                    <a:pt x="128" y="4175"/>
                  </a:lnTo>
                  <a:lnTo>
                    <a:pt x="173" y="4351"/>
                  </a:lnTo>
                  <a:lnTo>
                    <a:pt x="227" y="4527"/>
                  </a:lnTo>
                  <a:lnTo>
                    <a:pt x="288" y="4702"/>
                  </a:lnTo>
                  <a:lnTo>
                    <a:pt x="356" y="4876"/>
                  </a:lnTo>
                  <a:lnTo>
                    <a:pt x="431" y="5047"/>
                  </a:lnTo>
                  <a:lnTo>
                    <a:pt x="514" y="5217"/>
                  </a:lnTo>
                  <a:lnTo>
                    <a:pt x="604" y="5384"/>
                  </a:lnTo>
                  <a:lnTo>
                    <a:pt x="7434" y="17444"/>
                  </a:lnTo>
                  <a:lnTo>
                    <a:pt x="10402" y="17444"/>
                  </a:lnTo>
                  <a:close/>
                </a:path>
              </a:pathLst>
            </a:custGeom>
            <a:solidFill>
              <a:srgbClr val="34602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" name="Google Shape;23;p20"/>
          <p:cNvSpPr>
            <a:spLocks noGrp="1"/>
          </p:cNvSpPr>
          <p:nvPr>
            <p:ph type="ctrTitle"/>
          </p:nvPr>
        </p:nvSpPr>
        <p:spPr>
          <a:xfrm>
            <a:off x="2772360" y="3240743"/>
            <a:ext cx="5402836" cy="821849"/>
          </a:xfrm>
          <a:prstGeom prst="roundRect">
            <a:avLst>
              <a:gd name="adj" fmla="val 16667"/>
            </a:avLst>
          </a:prstGeom>
          <a:solidFill>
            <a:srgbClr val="34602A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 b="0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0"/>
          <p:cNvSpPr>
            <a:spLocks noGrp="1"/>
          </p:cNvSpPr>
          <p:nvPr>
            <p:ph type="subTitle" idx="1"/>
          </p:nvPr>
        </p:nvSpPr>
        <p:spPr>
          <a:xfrm>
            <a:off x="3203848" y="4217290"/>
            <a:ext cx="5256584" cy="584592"/>
          </a:xfrm>
          <a:prstGeom prst="roundRect">
            <a:avLst>
              <a:gd name="adj" fmla="val 16667"/>
            </a:avLst>
          </a:prstGeom>
          <a:solidFill>
            <a:srgbClr val="43B95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5" name="Google Shape;25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34437" y="1753931"/>
            <a:ext cx="4819141" cy="13397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e conteúdo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/>
          <p:nvPr/>
        </p:nvSpPr>
        <p:spPr>
          <a:xfrm>
            <a:off x="1589" y="4707732"/>
            <a:ext cx="9140825" cy="435769"/>
          </a:xfrm>
          <a:custGeom>
            <a:avLst/>
            <a:gdLst/>
            <a:ahLst/>
            <a:cxnLst/>
            <a:rect l="l" t="t" r="r" b="b"/>
            <a:pathLst>
              <a:path w="17274" h="1098" extrusionOk="0">
                <a:moveTo>
                  <a:pt x="0" y="0"/>
                </a:moveTo>
                <a:lnTo>
                  <a:pt x="15969" y="0"/>
                </a:lnTo>
                <a:lnTo>
                  <a:pt x="15987" y="0"/>
                </a:lnTo>
                <a:lnTo>
                  <a:pt x="15987" y="1"/>
                </a:lnTo>
                <a:lnTo>
                  <a:pt x="15999" y="2"/>
                </a:lnTo>
                <a:lnTo>
                  <a:pt x="16010" y="4"/>
                </a:lnTo>
                <a:lnTo>
                  <a:pt x="16021" y="6"/>
                </a:lnTo>
                <a:lnTo>
                  <a:pt x="16031" y="10"/>
                </a:lnTo>
                <a:lnTo>
                  <a:pt x="16042" y="13"/>
                </a:lnTo>
                <a:lnTo>
                  <a:pt x="16052" y="17"/>
                </a:lnTo>
                <a:lnTo>
                  <a:pt x="16062" y="22"/>
                </a:lnTo>
                <a:lnTo>
                  <a:pt x="16071" y="27"/>
                </a:lnTo>
                <a:lnTo>
                  <a:pt x="16078" y="30"/>
                </a:lnTo>
                <a:lnTo>
                  <a:pt x="16084" y="35"/>
                </a:lnTo>
                <a:lnTo>
                  <a:pt x="16084" y="35"/>
                </a:lnTo>
                <a:lnTo>
                  <a:pt x="16094" y="41"/>
                </a:lnTo>
                <a:lnTo>
                  <a:pt x="16104" y="49"/>
                </a:lnTo>
                <a:lnTo>
                  <a:pt x="16112" y="56"/>
                </a:lnTo>
                <a:lnTo>
                  <a:pt x="16121" y="65"/>
                </a:lnTo>
                <a:lnTo>
                  <a:pt x="16121" y="65"/>
                </a:lnTo>
                <a:lnTo>
                  <a:pt x="16124" y="68"/>
                </a:lnTo>
                <a:lnTo>
                  <a:pt x="16124" y="69"/>
                </a:lnTo>
                <a:lnTo>
                  <a:pt x="16127" y="71"/>
                </a:lnTo>
                <a:lnTo>
                  <a:pt x="16127" y="72"/>
                </a:lnTo>
                <a:lnTo>
                  <a:pt x="16130" y="76"/>
                </a:lnTo>
                <a:lnTo>
                  <a:pt x="16131" y="77"/>
                </a:lnTo>
                <a:lnTo>
                  <a:pt x="16133" y="79"/>
                </a:lnTo>
                <a:lnTo>
                  <a:pt x="16134" y="80"/>
                </a:lnTo>
                <a:lnTo>
                  <a:pt x="16136" y="83"/>
                </a:lnTo>
                <a:lnTo>
                  <a:pt x="16137" y="83"/>
                </a:lnTo>
                <a:lnTo>
                  <a:pt x="16139" y="86"/>
                </a:lnTo>
                <a:lnTo>
                  <a:pt x="16140" y="88"/>
                </a:lnTo>
                <a:lnTo>
                  <a:pt x="16141" y="91"/>
                </a:lnTo>
                <a:lnTo>
                  <a:pt x="16144" y="92"/>
                </a:lnTo>
                <a:lnTo>
                  <a:pt x="16145" y="95"/>
                </a:lnTo>
                <a:lnTo>
                  <a:pt x="16146" y="96"/>
                </a:lnTo>
                <a:lnTo>
                  <a:pt x="16148" y="99"/>
                </a:lnTo>
                <a:lnTo>
                  <a:pt x="16148" y="99"/>
                </a:lnTo>
                <a:lnTo>
                  <a:pt x="16150" y="104"/>
                </a:lnTo>
                <a:lnTo>
                  <a:pt x="16150" y="104"/>
                </a:lnTo>
                <a:lnTo>
                  <a:pt x="16152" y="107"/>
                </a:lnTo>
                <a:lnTo>
                  <a:pt x="16153" y="109"/>
                </a:lnTo>
                <a:lnTo>
                  <a:pt x="16156" y="111"/>
                </a:lnTo>
                <a:lnTo>
                  <a:pt x="16156" y="112"/>
                </a:lnTo>
                <a:lnTo>
                  <a:pt x="16158" y="117"/>
                </a:lnTo>
                <a:lnTo>
                  <a:pt x="16160" y="120"/>
                </a:lnTo>
                <a:lnTo>
                  <a:pt x="16160" y="121"/>
                </a:lnTo>
                <a:lnTo>
                  <a:pt x="16161" y="123"/>
                </a:lnTo>
                <a:lnTo>
                  <a:pt x="16162" y="125"/>
                </a:lnTo>
                <a:lnTo>
                  <a:pt x="16162" y="125"/>
                </a:lnTo>
                <a:lnTo>
                  <a:pt x="16163" y="128"/>
                </a:lnTo>
                <a:lnTo>
                  <a:pt x="16163" y="130"/>
                </a:lnTo>
                <a:lnTo>
                  <a:pt x="16163" y="130"/>
                </a:lnTo>
                <a:lnTo>
                  <a:pt x="16164" y="132"/>
                </a:lnTo>
                <a:lnTo>
                  <a:pt x="16165" y="134"/>
                </a:lnTo>
                <a:lnTo>
                  <a:pt x="16165" y="134"/>
                </a:lnTo>
                <a:lnTo>
                  <a:pt x="16167" y="138"/>
                </a:lnTo>
                <a:lnTo>
                  <a:pt x="16167" y="138"/>
                </a:lnTo>
                <a:lnTo>
                  <a:pt x="16168" y="142"/>
                </a:lnTo>
                <a:lnTo>
                  <a:pt x="16168" y="144"/>
                </a:lnTo>
                <a:lnTo>
                  <a:pt x="16170" y="146"/>
                </a:lnTo>
                <a:lnTo>
                  <a:pt x="16171" y="149"/>
                </a:lnTo>
                <a:lnTo>
                  <a:pt x="16171" y="150"/>
                </a:lnTo>
                <a:lnTo>
                  <a:pt x="16172" y="153"/>
                </a:lnTo>
                <a:lnTo>
                  <a:pt x="16173" y="156"/>
                </a:lnTo>
                <a:lnTo>
                  <a:pt x="16174" y="158"/>
                </a:lnTo>
                <a:lnTo>
                  <a:pt x="16174" y="161"/>
                </a:lnTo>
                <a:lnTo>
                  <a:pt x="16175" y="163"/>
                </a:lnTo>
                <a:lnTo>
                  <a:pt x="16175" y="165"/>
                </a:lnTo>
                <a:lnTo>
                  <a:pt x="16176" y="169"/>
                </a:lnTo>
                <a:lnTo>
                  <a:pt x="16176" y="171"/>
                </a:lnTo>
                <a:lnTo>
                  <a:pt x="16177" y="174"/>
                </a:lnTo>
                <a:lnTo>
                  <a:pt x="16177" y="175"/>
                </a:lnTo>
                <a:lnTo>
                  <a:pt x="16178" y="178"/>
                </a:lnTo>
                <a:lnTo>
                  <a:pt x="16178" y="180"/>
                </a:lnTo>
                <a:lnTo>
                  <a:pt x="16178" y="183"/>
                </a:lnTo>
                <a:lnTo>
                  <a:pt x="16179" y="186"/>
                </a:lnTo>
                <a:lnTo>
                  <a:pt x="16179" y="189"/>
                </a:lnTo>
                <a:lnTo>
                  <a:pt x="16179" y="189"/>
                </a:lnTo>
                <a:lnTo>
                  <a:pt x="16182" y="170"/>
                </a:lnTo>
                <a:lnTo>
                  <a:pt x="16188" y="151"/>
                </a:lnTo>
                <a:lnTo>
                  <a:pt x="16194" y="133"/>
                </a:lnTo>
                <a:lnTo>
                  <a:pt x="16203" y="116"/>
                </a:lnTo>
                <a:lnTo>
                  <a:pt x="16213" y="98"/>
                </a:lnTo>
                <a:lnTo>
                  <a:pt x="16224" y="83"/>
                </a:lnTo>
                <a:lnTo>
                  <a:pt x="16235" y="68"/>
                </a:lnTo>
                <a:lnTo>
                  <a:pt x="16249" y="55"/>
                </a:lnTo>
                <a:lnTo>
                  <a:pt x="16263" y="43"/>
                </a:lnTo>
                <a:lnTo>
                  <a:pt x="16279" y="32"/>
                </a:lnTo>
                <a:lnTo>
                  <a:pt x="16295" y="23"/>
                </a:lnTo>
                <a:lnTo>
                  <a:pt x="16312" y="15"/>
                </a:lnTo>
                <a:lnTo>
                  <a:pt x="16330" y="9"/>
                </a:lnTo>
                <a:lnTo>
                  <a:pt x="16349" y="4"/>
                </a:lnTo>
                <a:lnTo>
                  <a:pt x="16368" y="1"/>
                </a:lnTo>
                <a:lnTo>
                  <a:pt x="16389" y="0"/>
                </a:lnTo>
                <a:lnTo>
                  <a:pt x="17062" y="0"/>
                </a:lnTo>
                <a:lnTo>
                  <a:pt x="17073" y="0"/>
                </a:lnTo>
                <a:lnTo>
                  <a:pt x="17084" y="1"/>
                </a:lnTo>
                <a:lnTo>
                  <a:pt x="17095" y="2"/>
                </a:lnTo>
                <a:lnTo>
                  <a:pt x="17104" y="4"/>
                </a:lnTo>
                <a:lnTo>
                  <a:pt x="17125" y="10"/>
                </a:lnTo>
                <a:lnTo>
                  <a:pt x="17144" y="16"/>
                </a:lnTo>
                <a:lnTo>
                  <a:pt x="17163" y="26"/>
                </a:lnTo>
                <a:lnTo>
                  <a:pt x="17180" y="37"/>
                </a:lnTo>
                <a:lnTo>
                  <a:pt x="17196" y="49"/>
                </a:lnTo>
                <a:lnTo>
                  <a:pt x="17211" y="63"/>
                </a:lnTo>
                <a:lnTo>
                  <a:pt x="17225" y="78"/>
                </a:lnTo>
                <a:lnTo>
                  <a:pt x="17237" y="94"/>
                </a:lnTo>
                <a:lnTo>
                  <a:pt x="17248" y="111"/>
                </a:lnTo>
                <a:lnTo>
                  <a:pt x="17258" y="130"/>
                </a:lnTo>
                <a:lnTo>
                  <a:pt x="17264" y="149"/>
                </a:lnTo>
                <a:lnTo>
                  <a:pt x="17270" y="170"/>
                </a:lnTo>
                <a:lnTo>
                  <a:pt x="17272" y="179"/>
                </a:lnTo>
                <a:lnTo>
                  <a:pt x="17273" y="190"/>
                </a:lnTo>
                <a:lnTo>
                  <a:pt x="17274" y="201"/>
                </a:lnTo>
                <a:lnTo>
                  <a:pt x="17274" y="212"/>
                </a:lnTo>
                <a:lnTo>
                  <a:pt x="17274" y="1098"/>
                </a:lnTo>
                <a:lnTo>
                  <a:pt x="16194" y="1098"/>
                </a:lnTo>
                <a:lnTo>
                  <a:pt x="15115" y="1098"/>
                </a:lnTo>
                <a:lnTo>
                  <a:pt x="14035" y="1098"/>
                </a:lnTo>
                <a:lnTo>
                  <a:pt x="12956" y="1098"/>
                </a:lnTo>
                <a:lnTo>
                  <a:pt x="11876" y="1098"/>
                </a:lnTo>
                <a:lnTo>
                  <a:pt x="10796" y="1098"/>
                </a:lnTo>
                <a:lnTo>
                  <a:pt x="9717" y="1098"/>
                </a:lnTo>
                <a:lnTo>
                  <a:pt x="8637" y="1098"/>
                </a:lnTo>
                <a:lnTo>
                  <a:pt x="7557" y="1098"/>
                </a:lnTo>
                <a:lnTo>
                  <a:pt x="6478" y="1098"/>
                </a:lnTo>
                <a:lnTo>
                  <a:pt x="5398" y="1098"/>
                </a:lnTo>
                <a:lnTo>
                  <a:pt x="4319" y="1098"/>
                </a:lnTo>
                <a:lnTo>
                  <a:pt x="3239" y="1098"/>
                </a:lnTo>
                <a:lnTo>
                  <a:pt x="2159" y="1098"/>
                </a:lnTo>
                <a:lnTo>
                  <a:pt x="1080" y="1098"/>
                </a:lnTo>
                <a:lnTo>
                  <a:pt x="0" y="1098"/>
                </a:lnTo>
                <a:lnTo>
                  <a:pt x="0" y="0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92D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2"/>
          <p:cNvSpPr txBox="1">
            <a:spLocks noGrp="1"/>
          </p:cNvSpPr>
          <p:nvPr>
            <p:ph type="title"/>
          </p:nvPr>
        </p:nvSpPr>
        <p:spPr>
          <a:xfrm>
            <a:off x="457200" y="-8570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2"/>
          <p:cNvSpPr txBox="1">
            <a:spLocks noGrp="1"/>
          </p:cNvSpPr>
          <p:nvPr>
            <p:ph type="body" idx="1"/>
          </p:nvPr>
        </p:nvSpPr>
        <p:spPr>
          <a:xfrm>
            <a:off x="457200" y="843558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2"/>
          <p:cNvSpPr txBox="1">
            <a:spLocks noGrp="1"/>
          </p:cNvSpPr>
          <p:nvPr>
            <p:ph type="sldNum" idx="12"/>
          </p:nvPr>
        </p:nvSpPr>
        <p:spPr>
          <a:xfrm>
            <a:off x="6876256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mbria Math"/>
                <a:ea typeface="Cambria Math"/>
                <a:cs typeface="Cambria Math"/>
                <a:sym typeface="Cambria Math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mbria Math"/>
                <a:ea typeface="Cambria Math"/>
                <a:cs typeface="Cambria Math"/>
                <a:sym typeface="Cambria Math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mbria Math"/>
                <a:ea typeface="Cambria Math"/>
                <a:cs typeface="Cambria Math"/>
                <a:sym typeface="Cambria Math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mbria Math"/>
                <a:ea typeface="Cambria Math"/>
                <a:cs typeface="Cambria Math"/>
                <a:sym typeface="Cambria Math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mbria Math"/>
                <a:ea typeface="Cambria Math"/>
                <a:cs typeface="Cambria Math"/>
                <a:sym typeface="Cambria Math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mbria Math"/>
                <a:ea typeface="Cambria Math"/>
                <a:cs typeface="Cambria Math"/>
                <a:sym typeface="Cambria Math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mbria Math"/>
                <a:ea typeface="Cambria Math"/>
                <a:cs typeface="Cambria Math"/>
                <a:sym typeface="Cambria Math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Cambria Math"/>
                <a:ea typeface="Cambria Math"/>
                <a:cs typeface="Cambria Math"/>
                <a:sym typeface="Cambria Mat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34" name="Google Shape;34;p22"/>
          <p:cNvSpPr txBox="1"/>
          <p:nvPr/>
        </p:nvSpPr>
        <p:spPr>
          <a:xfrm>
            <a:off x="5652120" y="4812630"/>
            <a:ext cx="280831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www.ifam.edu.br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" name="Google Shape;35;p22"/>
          <p:cNvCxnSpPr/>
          <p:nvPr/>
        </p:nvCxnSpPr>
        <p:spPr>
          <a:xfrm>
            <a:off x="457200" y="699542"/>
            <a:ext cx="8229600" cy="0"/>
          </a:xfrm>
          <a:prstGeom prst="straightConnector1">
            <a:avLst/>
          </a:prstGeom>
          <a:noFill/>
          <a:ln w="25400" cap="flat" cmpd="sng">
            <a:solidFill>
              <a:srgbClr val="43B95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6" name="Google Shape;36;p22"/>
          <p:cNvGrpSpPr/>
          <p:nvPr/>
        </p:nvGrpSpPr>
        <p:grpSpPr>
          <a:xfrm>
            <a:off x="99884" y="4769520"/>
            <a:ext cx="1152128" cy="299650"/>
            <a:chOff x="68" y="3004"/>
            <a:chExt cx="719" cy="187"/>
          </a:xfrm>
        </p:grpSpPr>
        <p:sp>
          <p:nvSpPr>
            <p:cNvPr id="37" name="Google Shape;37;p22"/>
            <p:cNvSpPr/>
            <p:nvPr/>
          </p:nvSpPr>
          <p:spPr>
            <a:xfrm>
              <a:off x="235" y="3053"/>
              <a:ext cx="8" cy="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22"/>
            <p:cNvSpPr/>
            <p:nvPr/>
          </p:nvSpPr>
          <p:spPr>
            <a:xfrm>
              <a:off x="253" y="3053"/>
              <a:ext cx="36" cy="40"/>
            </a:xfrm>
            <a:custGeom>
              <a:avLst/>
              <a:gdLst/>
              <a:ahLst/>
              <a:cxnLst/>
              <a:rect l="l" t="t" r="r" b="b"/>
              <a:pathLst>
                <a:path w="820" h="923" extrusionOk="0">
                  <a:moveTo>
                    <a:pt x="820" y="923"/>
                  </a:moveTo>
                  <a:lnTo>
                    <a:pt x="571" y="923"/>
                  </a:lnTo>
                  <a:lnTo>
                    <a:pt x="168" y="225"/>
                  </a:lnTo>
                  <a:lnTo>
                    <a:pt x="163" y="225"/>
                  </a:lnTo>
                  <a:lnTo>
                    <a:pt x="166" y="269"/>
                  </a:lnTo>
                  <a:lnTo>
                    <a:pt x="168" y="311"/>
                  </a:lnTo>
                  <a:lnTo>
                    <a:pt x="170" y="349"/>
                  </a:lnTo>
                  <a:lnTo>
                    <a:pt x="172" y="384"/>
                  </a:lnTo>
                  <a:lnTo>
                    <a:pt x="173" y="415"/>
                  </a:lnTo>
                  <a:lnTo>
                    <a:pt x="174" y="443"/>
                  </a:lnTo>
                  <a:lnTo>
                    <a:pt x="174" y="468"/>
                  </a:lnTo>
                  <a:lnTo>
                    <a:pt x="174" y="489"/>
                  </a:lnTo>
                  <a:lnTo>
                    <a:pt x="175" y="923"/>
                  </a:lnTo>
                  <a:lnTo>
                    <a:pt x="0" y="923"/>
                  </a:lnTo>
                  <a:lnTo>
                    <a:pt x="0" y="0"/>
                  </a:lnTo>
                  <a:lnTo>
                    <a:pt x="247" y="0"/>
                  </a:lnTo>
                  <a:lnTo>
                    <a:pt x="649" y="692"/>
                  </a:lnTo>
                  <a:lnTo>
                    <a:pt x="654" y="692"/>
                  </a:lnTo>
                  <a:lnTo>
                    <a:pt x="651" y="649"/>
                  </a:lnTo>
                  <a:lnTo>
                    <a:pt x="649" y="608"/>
                  </a:lnTo>
                  <a:lnTo>
                    <a:pt x="648" y="572"/>
                  </a:lnTo>
                  <a:lnTo>
                    <a:pt x="647" y="538"/>
                  </a:lnTo>
                  <a:lnTo>
                    <a:pt x="645" y="508"/>
                  </a:lnTo>
                  <a:lnTo>
                    <a:pt x="644" y="481"/>
                  </a:lnTo>
                  <a:lnTo>
                    <a:pt x="643" y="457"/>
                  </a:lnTo>
                  <a:lnTo>
                    <a:pt x="643" y="438"/>
                  </a:lnTo>
                  <a:lnTo>
                    <a:pt x="643" y="0"/>
                  </a:lnTo>
                  <a:lnTo>
                    <a:pt x="820" y="0"/>
                  </a:lnTo>
                  <a:lnTo>
                    <a:pt x="820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22"/>
            <p:cNvSpPr/>
            <p:nvPr/>
          </p:nvSpPr>
          <p:spPr>
            <a:xfrm>
              <a:off x="297" y="3052"/>
              <a:ext cx="26" cy="41"/>
            </a:xfrm>
            <a:custGeom>
              <a:avLst/>
              <a:gdLst/>
              <a:ahLst/>
              <a:cxnLst/>
              <a:rect l="l" t="t" r="r" b="b"/>
              <a:pathLst>
                <a:path w="604" h="950" extrusionOk="0">
                  <a:moveTo>
                    <a:pt x="604" y="680"/>
                  </a:moveTo>
                  <a:lnTo>
                    <a:pt x="604" y="696"/>
                  </a:lnTo>
                  <a:lnTo>
                    <a:pt x="603" y="711"/>
                  </a:lnTo>
                  <a:lnTo>
                    <a:pt x="600" y="726"/>
                  </a:lnTo>
                  <a:lnTo>
                    <a:pt x="597" y="740"/>
                  </a:lnTo>
                  <a:lnTo>
                    <a:pt x="594" y="753"/>
                  </a:lnTo>
                  <a:lnTo>
                    <a:pt x="591" y="767"/>
                  </a:lnTo>
                  <a:lnTo>
                    <a:pt x="586" y="779"/>
                  </a:lnTo>
                  <a:lnTo>
                    <a:pt x="581" y="793"/>
                  </a:lnTo>
                  <a:lnTo>
                    <a:pt x="575" y="804"/>
                  </a:lnTo>
                  <a:lnTo>
                    <a:pt x="568" y="816"/>
                  </a:lnTo>
                  <a:lnTo>
                    <a:pt x="561" y="828"/>
                  </a:lnTo>
                  <a:lnTo>
                    <a:pt x="553" y="838"/>
                  </a:lnTo>
                  <a:lnTo>
                    <a:pt x="544" y="849"/>
                  </a:lnTo>
                  <a:lnTo>
                    <a:pt x="534" y="859"/>
                  </a:lnTo>
                  <a:lnTo>
                    <a:pt x="524" y="868"/>
                  </a:lnTo>
                  <a:lnTo>
                    <a:pt x="514" y="877"/>
                  </a:lnTo>
                  <a:lnTo>
                    <a:pt x="501" y="887"/>
                  </a:lnTo>
                  <a:lnTo>
                    <a:pt x="490" y="895"/>
                  </a:lnTo>
                  <a:lnTo>
                    <a:pt x="476" y="902"/>
                  </a:lnTo>
                  <a:lnTo>
                    <a:pt x="464" y="909"/>
                  </a:lnTo>
                  <a:lnTo>
                    <a:pt x="450" y="916"/>
                  </a:lnTo>
                  <a:lnTo>
                    <a:pt x="435" y="922"/>
                  </a:lnTo>
                  <a:lnTo>
                    <a:pt x="421" y="927"/>
                  </a:lnTo>
                  <a:lnTo>
                    <a:pt x="405" y="931"/>
                  </a:lnTo>
                  <a:lnTo>
                    <a:pt x="390" y="936"/>
                  </a:lnTo>
                  <a:lnTo>
                    <a:pt x="373" y="939"/>
                  </a:lnTo>
                  <a:lnTo>
                    <a:pt x="356" y="943"/>
                  </a:lnTo>
                  <a:lnTo>
                    <a:pt x="338" y="946"/>
                  </a:lnTo>
                  <a:lnTo>
                    <a:pt x="320" y="947"/>
                  </a:lnTo>
                  <a:lnTo>
                    <a:pt x="301" y="949"/>
                  </a:lnTo>
                  <a:lnTo>
                    <a:pt x="282" y="950"/>
                  </a:lnTo>
                  <a:lnTo>
                    <a:pt x="262" y="950"/>
                  </a:lnTo>
                  <a:lnTo>
                    <a:pt x="225" y="949"/>
                  </a:lnTo>
                  <a:lnTo>
                    <a:pt x="190" y="946"/>
                  </a:lnTo>
                  <a:lnTo>
                    <a:pt x="156" y="941"/>
                  </a:lnTo>
                  <a:lnTo>
                    <a:pt x="123" y="935"/>
                  </a:lnTo>
                  <a:lnTo>
                    <a:pt x="90" y="928"/>
                  </a:lnTo>
                  <a:lnTo>
                    <a:pt x="59" y="919"/>
                  </a:lnTo>
                  <a:lnTo>
                    <a:pt x="29" y="907"/>
                  </a:lnTo>
                  <a:lnTo>
                    <a:pt x="0" y="894"/>
                  </a:lnTo>
                  <a:lnTo>
                    <a:pt x="0" y="712"/>
                  </a:lnTo>
                  <a:lnTo>
                    <a:pt x="23" y="722"/>
                  </a:lnTo>
                  <a:lnTo>
                    <a:pt x="45" y="732"/>
                  </a:lnTo>
                  <a:lnTo>
                    <a:pt x="66" y="740"/>
                  </a:lnTo>
                  <a:lnTo>
                    <a:pt x="87" y="747"/>
                  </a:lnTo>
                  <a:lnTo>
                    <a:pt x="105" y="755"/>
                  </a:lnTo>
                  <a:lnTo>
                    <a:pt x="124" y="761"/>
                  </a:lnTo>
                  <a:lnTo>
                    <a:pt x="142" y="766"/>
                  </a:lnTo>
                  <a:lnTo>
                    <a:pt x="158" y="771"/>
                  </a:lnTo>
                  <a:lnTo>
                    <a:pt x="190" y="778"/>
                  </a:lnTo>
                  <a:lnTo>
                    <a:pt x="221" y="783"/>
                  </a:lnTo>
                  <a:lnTo>
                    <a:pt x="250" y="787"/>
                  </a:lnTo>
                  <a:lnTo>
                    <a:pt x="277" y="788"/>
                  </a:lnTo>
                  <a:lnTo>
                    <a:pt x="292" y="788"/>
                  </a:lnTo>
                  <a:lnTo>
                    <a:pt x="308" y="787"/>
                  </a:lnTo>
                  <a:lnTo>
                    <a:pt x="321" y="784"/>
                  </a:lnTo>
                  <a:lnTo>
                    <a:pt x="335" y="781"/>
                  </a:lnTo>
                  <a:lnTo>
                    <a:pt x="346" y="778"/>
                  </a:lnTo>
                  <a:lnTo>
                    <a:pt x="358" y="774"/>
                  </a:lnTo>
                  <a:lnTo>
                    <a:pt x="367" y="769"/>
                  </a:lnTo>
                  <a:lnTo>
                    <a:pt x="376" y="764"/>
                  </a:lnTo>
                  <a:lnTo>
                    <a:pt x="384" y="757"/>
                  </a:lnTo>
                  <a:lnTo>
                    <a:pt x="392" y="749"/>
                  </a:lnTo>
                  <a:lnTo>
                    <a:pt x="398" y="741"/>
                  </a:lnTo>
                  <a:lnTo>
                    <a:pt x="402" y="733"/>
                  </a:lnTo>
                  <a:lnTo>
                    <a:pt x="406" y="724"/>
                  </a:lnTo>
                  <a:lnTo>
                    <a:pt x="409" y="713"/>
                  </a:lnTo>
                  <a:lnTo>
                    <a:pt x="410" y="702"/>
                  </a:lnTo>
                  <a:lnTo>
                    <a:pt x="411" y="690"/>
                  </a:lnTo>
                  <a:lnTo>
                    <a:pt x="410" y="677"/>
                  </a:lnTo>
                  <a:lnTo>
                    <a:pt x="407" y="665"/>
                  </a:lnTo>
                  <a:lnTo>
                    <a:pt x="402" y="652"/>
                  </a:lnTo>
                  <a:lnTo>
                    <a:pt x="396" y="642"/>
                  </a:lnTo>
                  <a:lnTo>
                    <a:pt x="388" y="632"/>
                  </a:lnTo>
                  <a:lnTo>
                    <a:pt x="377" y="621"/>
                  </a:lnTo>
                  <a:lnTo>
                    <a:pt x="365" y="611"/>
                  </a:lnTo>
                  <a:lnTo>
                    <a:pt x="351" y="601"/>
                  </a:lnTo>
                  <a:lnTo>
                    <a:pt x="333" y="589"/>
                  </a:lnTo>
                  <a:lnTo>
                    <a:pt x="306" y="576"/>
                  </a:lnTo>
                  <a:lnTo>
                    <a:pt x="273" y="558"/>
                  </a:lnTo>
                  <a:lnTo>
                    <a:pt x="231" y="539"/>
                  </a:lnTo>
                  <a:lnTo>
                    <a:pt x="191" y="519"/>
                  </a:lnTo>
                  <a:lnTo>
                    <a:pt x="157" y="499"/>
                  </a:lnTo>
                  <a:lnTo>
                    <a:pt x="142" y="490"/>
                  </a:lnTo>
                  <a:lnTo>
                    <a:pt x="127" y="481"/>
                  </a:lnTo>
                  <a:lnTo>
                    <a:pt x="115" y="471"/>
                  </a:lnTo>
                  <a:lnTo>
                    <a:pt x="103" y="462"/>
                  </a:lnTo>
                  <a:lnTo>
                    <a:pt x="93" y="453"/>
                  </a:lnTo>
                  <a:lnTo>
                    <a:pt x="84" y="443"/>
                  </a:lnTo>
                  <a:lnTo>
                    <a:pt x="74" y="433"/>
                  </a:lnTo>
                  <a:lnTo>
                    <a:pt x="65" y="422"/>
                  </a:lnTo>
                  <a:lnTo>
                    <a:pt x="58" y="412"/>
                  </a:lnTo>
                  <a:lnTo>
                    <a:pt x="50" y="400"/>
                  </a:lnTo>
                  <a:lnTo>
                    <a:pt x="42" y="389"/>
                  </a:lnTo>
                  <a:lnTo>
                    <a:pt x="36" y="376"/>
                  </a:lnTo>
                  <a:lnTo>
                    <a:pt x="30" y="364"/>
                  </a:lnTo>
                  <a:lnTo>
                    <a:pt x="25" y="352"/>
                  </a:lnTo>
                  <a:lnTo>
                    <a:pt x="21" y="338"/>
                  </a:lnTo>
                  <a:lnTo>
                    <a:pt x="17" y="324"/>
                  </a:lnTo>
                  <a:lnTo>
                    <a:pt x="14" y="309"/>
                  </a:lnTo>
                  <a:lnTo>
                    <a:pt x="12" y="295"/>
                  </a:lnTo>
                  <a:lnTo>
                    <a:pt x="11" y="279"/>
                  </a:lnTo>
                  <a:lnTo>
                    <a:pt x="10" y="263"/>
                  </a:lnTo>
                  <a:lnTo>
                    <a:pt x="11" y="248"/>
                  </a:lnTo>
                  <a:lnTo>
                    <a:pt x="12" y="233"/>
                  </a:lnTo>
                  <a:lnTo>
                    <a:pt x="13" y="218"/>
                  </a:lnTo>
                  <a:lnTo>
                    <a:pt x="15" y="205"/>
                  </a:lnTo>
                  <a:lnTo>
                    <a:pt x="19" y="191"/>
                  </a:lnTo>
                  <a:lnTo>
                    <a:pt x="23" y="178"/>
                  </a:lnTo>
                  <a:lnTo>
                    <a:pt x="27" y="166"/>
                  </a:lnTo>
                  <a:lnTo>
                    <a:pt x="31" y="153"/>
                  </a:lnTo>
                  <a:lnTo>
                    <a:pt x="37" y="142"/>
                  </a:lnTo>
                  <a:lnTo>
                    <a:pt x="43" y="131"/>
                  </a:lnTo>
                  <a:lnTo>
                    <a:pt x="50" y="119"/>
                  </a:lnTo>
                  <a:lnTo>
                    <a:pt x="58" y="109"/>
                  </a:lnTo>
                  <a:lnTo>
                    <a:pt x="66" y="99"/>
                  </a:lnTo>
                  <a:lnTo>
                    <a:pt x="74" y="88"/>
                  </a:lnTo>
                  <a:lnTo>
                    <a:pt x="84" y="79"/>
                  </a:lnTo>
                  <a:lnTo>
                    <a:pt x="94" y="71"/>
                  </a:lnTo>
                  <a:lnTo>
                    <a:pt x="104" y="61"/>
                  </a:lnTo>
                  <a:lnTo>
                    <a:pt x="116" y="54"/>
                  </a:lnTo>
                  <a:lnTo>
                    <a:pt x="127" y="46"/>
                  </a:lnTo>
                  <a:lnTo>
                    <a:pt x="139" y="40"/>
                  </a:lnTo>
                  <a:lnTo>
                    <a:pt x="152" y="33"/>
                  </a:lnTo>
                  <a:lnTo>
                    <a:pt x="165" y="27"/>
                  </a:lnTo>
                  <a:lnTo>
                    <a:pt x="179" y="22"/>
                  </a:lnTo>
                  <a:lnTo>
                    <a:pt x="193" y="18"/>
                  </a:lnTo>
                  <a:lnTo>
                    <a:pt x="208" y="14"/>
                  </a:lnTo>
                  <a:lnTo>
                    <a:pt x="223" y="10"/>
                  </a:lnTo>
                  <a:lnTo>
                    <a:pt x="239" y="7"/>
                  </a:lnTo>
                  <a:lnTo>
                    <a:pt x="254" y="5"/>
                  </a:lnTo>
                  <a:lnTo>
                    <a:pt x="271" y="2"/>
                  </a:lnTo>
                  <a:lnTo>
                    <a:pt x="288" y="1"/>
                  </a:lnTo>
                  <a:lnTo>
                    <a:pt x="306" y="0"/>
                  </a:lnTo>
                  <a:lnTo>
                    <a:pt x="325" y="0"/>
                  </a:lnTo>
                  <a:lnTo>
                    <a:pt x="342" y="0"/>
                  </a:lnTo>
                  <a:lnTo>
                    <a:pt x="360" y="1"/>
                  </a:lnTo>
                  <a:lnTo>
                    <a:pt x="377" y="2"/>
                  </a:lnTo>
                  <a:lnTo>
                    <a:pt x="395" y="5"/>
                  </a:lnTo>
                  <a:lnTo>
                    <a:pt x="411" y="7"/>
                  </a:lnTo>
                  <a:lnTo>
                    <a:pt x="429" y="10"/>
                  </a:lnTo>
                  <a:lnTo>
                    <a:pt x="445" y="13"/>
                  </a:lnTo>
                  <a:lnTo>
                    <a:pt x="462" y="17"/>
                  </a:lnTo>
                  <a:lnTo>
                    <a:pt x="495" y="26"/>
                  </a:lnTo>
                  <a:lnTo>
                    <a:pt x="529" y="38"/>
                  </a:lnTo>
                  <a:lnTo>
                    <a:pt x="563" y="51"/>
                  </a:lnTo>
                  <a:lnTo>
                    <a:pt x="599" y="65"/>
                  </a:lnTo>
                  <a:lnTo>
                    <a:pt x="535" y="217"/>
                  </a:lnTo>
                  <a:lnTo>
                    <a:pt x="500" y="204"/>
                  </a:lnTo>
                  <a:lnTo>
                    <a:pt x="468" y="191"/>
                  </a:lnTo>
                  <a:lnTo>
                    <a:pt x="439" y="182"/>
                  </a:lnTo>
                  <a:lnTo>
                    <a:pt x="413" y="175"/>
                  </a:lnTo>
                  <a:lnTo>
                    <a:pt x="389" y="170"/>
                  </a:lnTo>
                  <a:lnTo>
                    <a:pt x="365" y="166"/>
                  </a:lnTo>
                  <a:lnTo>
                    <a:pt x="341" y="164"/>
                  </a:lnTo>
                  <a:lnTo>
                    <a:pt x="318" y="164"/>
                  </a:lnTo>
                  <a:lnTo>
                    <a:pt x="304" y="164"/>
                  </a:lnTo>
                  <a:lnTo>
                    <a:pt x="291" y="165"/>
                  </a:lnTo>
                  <a:lnTo>
                    <a:pt x="280" y="167"/>
                  </a:lnTo>
                  <a:lnTo>
                    <a:pt x="269" y="170"/>
                  </a:lnTo>
                  <a:lnTo>
                    <a:pt x="258" y="173"/>
                  </a:lnTo>
                  <a:lnTo>
                    <a:pt x="249" y="178"/>
                  </a:lnTo>
                  <a:lnTo>
                    <a:pt x="240" y="183"/>
                  </a:lnTo>
                  <a:lnTo>
                    <a:pt x="233" y="189"/>
                  </a:lnTo>
                  <a:lnTo>
                    <a:pt x="225" y="196"/>
                  </a:lnTo>
                  <a:lnTo>
                    <a:pt x="219" y="203"/>
                  </a:lnTo>
                  <a:lnTo>
                    <a:pt x="214" y="211"/>
                  </a:lnTo>
                  <a:lnTo>
                    <a:pt x="210" y="218"/>
                  </a:lnTo>
                  <a:lnTo>
                    <a:pt x="207" y="228"/>
                  </a:lnTo>
                  <a:lnTo>
                    <a:pt x="205" y="237"/>
                  </a:lnTo>
                  <a:lnTo>
                    <a:pt x="203" y="246"/>
                  </a:lnTo>
                  <a:lnTo>
                    <a:pt x="203" y="257"/>
                  </a:lnTo>
                  <a:lnTo>
                    <a:pt x="204" y="269"/>
                  </a:lnTo>
                  <a:lnTo>
                    <a:pt x="206" y="281"/>
                  </a:lnTo>
                  <a:lnTo>
                    <a:pt x="210" y="292"/>
                  </a:lnTo>
                  <a:lnTo>
                    <a:pt x="215" y="302"/>
                  </a:lnTo>
                  <a:lnTo>
                    <a:pt x="221" y="311"/>
                  </a:lnTo>
                  <a:lnTo>
                    <a:pt x="230" y="321"/>
                  </a:lnTo>
                  <a:lnTo>
                    <a:pt x="241" y="330"/>
                  </a:lnTo>
                  <a:lnTo>
                    <a:pt x="253" y="339"/>
                  </a:lnTo>
                  <a:lnTo>
                    <a:pt x="271" y="350"/>
                  </a:lnTo>
                  <a:lnTo>
                    <a:pt x="297" y="364"/>
                  </a:lnTo>
                  <a:lnTo>
                    <a:pt x="333" y="383"/>
                  </a:lnTo>
                  <a:lnTo>
                    <a:pt x="377" y="403"/>
                  </a:lnTo>
                  <a:lnTo>
                    <a:pt x="408" y="419"/>
                  </a:lnTo>
                  <a:lnTo>
                    <a:pt x="437" y="434"/>
                  </a:lnTo>
                  <a:lnTo>
                    <a:pt x="463" y="451"/>
                  </a:lnTo>
                  <a:lnTo>
                    <a:pt x="487" y="466"/>
                  </a:lnTo>
                  <a:lnTo>
                    <a:pt x="507" y="482"/>
                  </a:lnTo>
                  <a:lnTo>
                    <a:pt x="526" y="497"/>
                  </a:lnTo>
                  <a:lnTo>
                    <a:pt x="542" y="513"/>
                  </a:lnTo>
                  <a:lnTo>
                    <a:pt x="555" y="528"/>
                  </a:lnTo>
                  <a:lnTo>
                    <a:pt x="566" y="544"/>
                  </a:lnTo>
                  <a:lnTo>
                    <a:pt x="577" y="560"/>
                  </a:lnTo>
                  <a:lnTo>
                    <a:pt x="585" y="579"/>
                  </a:lnTo>
                  <a:lnTo>
                    <a:pt x="591" y="597"/>
                  </a:lnTo>
                  <a:lnTo>
                    <a:pt x="596" y="617"/>
                  </a:lnTo>
                  <a:lnTo>
                    <a:pt x="600" y="637"/>
                  </a:lnTo>
                  <a:lnTo>
                    <a:pt x="603" y="658"/>
                  </a:lnTo>
                  <a:lnTo>
                    <a:pt x="604" y="68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22"/>
            <p:cNvSpPr/>
            <p:nvPr/>
          </p:nvSpPr>
          <p:spPr>
            <a:xfrm>
              <a:off x="326" y="3053"/>
              <a:ext cx="31" cy="40"/>
            </a:xfrm>
            <a:custGeom>
              <a:avLst/>
              <a:gdLst/>
              <a:ahLst/>
              <a:cxnLst/>
              <a:rect l="l" t="t" r="r" b="b"/>
              <a:pathLst>
                <a:path w="699" h="923" extrusionOk="0">
                  <a:moveTo>
                    <a:pt x="448" y="923"/>
                  </a:moveTo>
                  <a:lnTo>
                    <a:pt x="251" y="923"/>
                  </a:lnTo>
                  <a:lnTo>
                    <a:pt x="251" y="163"/>
                  </a:lnTo>
                  <a:lnTo>
                    <a:pt x="0" y="163"/>
                  </a:lnTo>
                  <a:lnTo>
                    <a:pt x="0" y="0"/>
                  </a:lnTo>
                  <a:lnTo>
                    <a:pt x="699" y="0"/>
                  </a:lnTo>
                  <a:lnTo>
                    <a:pt x="699" y="163"/>
                  </a:lnTo>
                  <a:lnTo>
                    <a:pt x="448" y="163"/>
                  </a:lnTo>
                  <a:lnTo>
                    <a:pt x="448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22"/>
            <p:cNvSpPr/>
            <p:nvPr/>
          </p:nvSpPr>
          <p:spPr>
            <a:xfrm>
              <a:off x="363" y="3053"/>
              <a:ext cx="9" cy="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22"/>
            <p:cNvSpPr/>
            <p:nvPr/>
          </p:nvSpPr>
          <p:spPr>
            <a:xfrm>
              <a:off x="378" y="3053"/>
              <a:ext cx="30" cy="40"/>
            </a:xfrm>
            <a:custGeom>
              <a:avLst/>
              <a:gdLst/>
              <a:ahLst/>
              <a:cxnLst/>
              <a:rect l="l" t="t" r="r" b="b"/>
              <a:pathLst>
                <a:path w="699" h="923" extrusionOk="0">
                  <a:moveTo>
                    <a:pt x="448" y="923"/>
                  </a:moveTo>
                  <a:lnTo>
                    <a:pt x="252" y="923"/>
                  </a:lnTo>
                  <a:lnTo>
                    <a:pt x="252" y="163"/>
                  </a:lnTo>
                  <a:lnTo>
                    <a:pt x="0" y="163"/>
                  </a:lnTo>
                  <a:lnTo>
                    <a:pt x="0" y="0"/>
                  </a:lnTo>
                  <a:lnTo>
                    <a:pt x="699" y="0"/>
                  </a:lnTo>
                  <a:lnTo>
                    <a:pt x="699" y="163"/>
                  </a:lnTo>
                  <a:lnTo>
                    <a:pt x="448" y="163"/>
                  </a:lnTo>
                  <a:lnTo>
                    <a:pt x="448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;p22"/>
            <p:cNvSpPr/>
            <p:nvPr/>
          </p:nvSpPr>
          <p:spPr>
            <a:xfrm>
              <a:off x="414" y="3053"/>
              <a:ext cx="33" cy="40"/>
            </a:xfrm>
            <a:custGeom>
              <a:avLst/>
              <a:gdLst/>
              <a:ahLst/>
              <a:cxnLst/>
              <a:rect l="l" t="t" r="r" b="b"/>
              <a:pathLst>
                <a:path w="760" h="937" extrusionOk="0">
                  <a:moveTo>
                    <a:pt x="760" y="0"/>
                  </a:moveTo>
                  <a:lnTo>
                    <a:pt x="760" y="598"/>
                  </a:lnTo>
                  <a:lnTo>
                    <a:pt x="759" y="623"/>
                  </a:lnTo>
                  <a:lnTo>
                    <a:pt x="757" y="647"/>
                  </a:lnTo>
                  <a:lnTo>
                    <a:pt x="754" y="671"/>
                  </a:lnTo>
                  <a:lnTo>
                    <a:pt x="749" y="694"/>
                  </a:lnTo>
                  <a:lnTo>
                    <a:pt x="743" y="716"/>
                  </a:lnTo>
                  <a:lnTo>
                    <a:pt x="734" y="737"/>
                  </a:lnTo>
                  <a:lnTo>
                    <a:pt x="725" y="758"/>
                  </a:lnTo>
                  <a:lnTo>
                    <a:pt x="715" y="778"/>
                  </a:lnTo>
                  <a:lnTo>
                    <a:pt x="702" y="796"/>
                  </a:lnTo>
                  <a:lnTo>
                    <a:pt x="689" y="814"/>
                  </a:lnTo>
                  <a:lnTo>
                    <a:pt x="674" y="830"/>
                  </a:lnTo>
                  <a:lnTo>
                    <a:pt x="658" y="846"/>
                  </a:lnTo>
                  <a:lnTo>
                    <a:pt x="641" y="859"/>
                  </a:lnTo>
                  <a:lnTo>
                    <a:pt x="623" y="873"/>
                  </a:lnTo>
                  <a:lnTo>
                    <a:pt x="603" y="885"/>
                  </a:lnTo>
                  <a:lnTo>
                    <a:pt x="581" y="895"/>
                  </a:lnTo>
                  <a:lnTo>
                    <a:pt x="560" y="905"/>
                  </a:lnTo>
                  <a:lnTo>
                    <a:pt x="536" y="913"/>
                  </a:lnTo>
                  <a:lnTo>
                    <a:pt x="512" y="920"/>
                  </a:lnTo>
                  <a:lnTo>
                    <a:pt x="487" y="926"/>
                  </a:lnTo>
                  <a:lnTo>
                    <a:pt x="460" y="931"/>
                  </a:lnTo>
                  <a:lnTo>
                    <a:pt x="434" y="934"/>
                  </a:lnTo>
                  <a:lnTo>
                    <a:pt x="406" y="936"/>
                  </a:lnTo>
                  <a:lnTo>
                    <a:pt x="377" y="937"/>
                  </a:lnTo>
                  <a:lnTo>
                    <a:pt x="354" y="937"/>
                  </a:lnTo>
                  <a:lnTo>
                    <a:pt x="333" y="935"/>
                  </a:lnTo>
                  <a:lnTo>
                    <a:pt x="313" y="934"/>
                  </a:lnTo>
                  <a:lnTo>
                    <a:pt x="292" y="931"/>
                  </a:lnTo>
                  <a:lnTo>
                    <a:pt x="272" y="927"/>
                  </a:lnTo>
                  <a:lnTo>
                    <a:pt x="254" y="923"/>
                  </a:lnTo>
                  <a:lnTo>
                    <a:pt x="236" y="919"/>
                  </a:lnTo>
                  <a:lnTo>
                    <a:pt x="218" y="914"/>
                  </a:lnTo>
                  <a:lnTo>
                    <a:pt x="201" y="908"/>
                  </a:lnTo>
                  <a:lnTo>
                    <a:pt x="184" y="901"/>
                  </a:lnTo>
                  <a:lnTo>
                    <a:pt x="169" y="893"/>
                  </a:lnTo>
                  <a:lnTo>
                    <a:pt x="153" y="885"/>
                  </a:lnTo>
                  <a:lnTo>
                    <a:pt x="139" y="876"/>
                  </a:lnTo>
                  <a:lnTo>
                    <a:pt x="126" y="867"/>
                  </a:lnTo>
                  <a:lnTo>
                    <a:pt x="112" y="856"/>
                  </a:lnTo>
                  <a:lnTo>
                    <a:pt x="100" y="845"/>
                  </a:lnTo>
                  <a:lnTo>
                    <a:pt x="87" y="833"/>
                  </a:lnTo>
                  <a:lnTo>
                    <a:pt x="76" y="821"/>
                  </a:lnTo>
                  <a:lnTo>
                    <a:pt x="66" y="809"/>
                  </a:lnTo>
                  <a:lnTo>
                    <a:pt x="56" y="795"/>
                  </a:lnTo>
                  <a:lnTo>
                    <a:pt x="47" y="782"/>
                  </a:lnTo>
                  <a:lnTo>
                    <a:pt x="39" y="767"/>
                  </a:lnTo>
                  <a:lnTo>
                    <a:pt x="32" y="753"/>
                  </a:lnTo>
                  <a:lnTo>
                    <a:pt x="25" y="737"/>
                  </a:lnTo>
                  <a:lnTo>
                    <a:pt x="19" y="721"/>
                  </a:lnTo>
                  <a:lnTo>
                    <a:pt x="14" y="705"/>
                  </a:lnTo>
                  <a:lnTo>
                    <a:pt x="10" y="688"/>
                  </a:lnTo>
                  <a:lnTo>
                    <a:pt x="7" y="670"/>
                  </a:lnTo>
                  <a:lnTo>
                    <a:pt x="4" y="653"/>
                  </a:lnTo>
                  <a:lnTo>
                    <a:pt x="3" y="634"/>
                  </a:lnTo>
                  <a:lnTo>
                    <a:pt x="0" y="614"/>
                  </a:lnTo>
                  <a:lnTo>
                    <a:pt x="0" y="595"/>
                  </a:lnTo>
                  <a:lnTo>
                    <a:pt x="0" y="0"/>
                  </a:lnTo>
                  <a:lnTo>
                    <a:pt x="196" y="0"/>
                  </a:lnTo>
                  <a:lnTo>
                    <a:pt x="196" y="566"/>
                  </a:lnTo>
                  <a:lnTo>
                    <a:pt x="197" y="592"/>
                  </a:lnTo>
                  <a:lnTo>
                    <a:pt x="199" y="615"/>
                  </a:lnTo>
                  <a:lnTo>
                    <a:pt x="202" y="638"/>
                  </a:lnTo>
                  <a:lnTo>
                    <a:pt x="207" y="658"/>
                  </a:lnTo>
                  <a:lnTo>
                    <a:pt x="213" y="676"/>
                  </a:lnTo>
                  <a:lnTo>
                    <a:pt x="221" y="694"/>
                  </a:lnTo>
                  <a:lnTo>
                    <a:pt x="225" y="701"/>
                  </a:lnTo>
                  <a:lnTo>
                    <a:pt x="229" y="708"/>
                  </a:lnTo>
                  <a:lnTo>
                    <a:pt x="234" y="716"/>
                  </a:lnTo>
                  <a:lnTo>
                    <a:pt x="239" y="722"/>
                  </a:lnTo>
                  <a:lnTo>
                    <a:pt x="244" y="728"/>
                  </a:lnTo>
                  <a:lnTo>
                    <a:pt x="251" y="734"/>
                  </a:lnTo>
                  <a:lnTo>
                    <a:pt x="257" y="739"/>
                  </a:lnTo>
                  <a:lnTo>
                    <a:pt x="264" y="745"/>
                  </a:lnTo>
                  <a:lnTo>
                    <a:pt x="271" y="749"/>
                  </a:lnTo>
                  <a:lnTo>
                    <a:pt x="280" y="753"/>
                  </a:lnTo>
                  <a:lnTo>
                    <a:pt x="288" y="757"/>
                  </a:lnTo>
                  <a:lnTo>
                    <a:pt x="296" y="760"/>
                  </a:lnTo>
                  <a:lnTo>
                    <a:pt x="315" y="765"/>
                  </a:lnTo>
                  <a:lnTo>
                    <a:pt x="335" y="769"/>
                  </a:lnTo>
                  <a:lnTo>
                    <a:pt x="358" y="771"/>
                  </a:lnTo>
                  <a:lnTo>
                    <a:pt x="382" y="772"/>
                  </a:lnTo>
                  <a:lnTo>
                    <a:pt x="405" y="771"/>
                  </a:lnTo>
                  <a:lnTo>
                    <a:pt x="426" y="769"/>
                  </a:lnTo>
                  <a:lnTo>
                    <a:pt x="446" y="765"/>
                  </a:lnTo>
                  <a:lnTo>
                    <a:pt x="465" y="760"/>
                  </a:lnTo>
                  <a:lnTo>
                    <a:pt x="473" y="756"/>
                  </a:lnTo>
                  <a:lnTo>
                    <a:pt x="481" y="753"/>
                  </a:lnTo>
                  <a:lnTo>
                    <a:pt x="489" y="749"/>
                  </a:lnTo>
                  <a:lnTo>
                    <a:pt x="497" y="744"/>
                  </a:lnTo>
                  <a:lnTo>
                    <a:pt x="503" y="739"/>
                  </a:lnTo>
                  <a:lnTo>
                    <a:pt x="510" y="734"/>
                  </a:lnTo>
                  <a:lnTo>
                    <a:pt x="515" y="728"/>
                  </a:lnTo>
                  <a:lnTo>
                    <a:pt x="521" y="722"/>
                  </a:lnTo>
                  <a:lnTo>
                    <a:pt x="527" y="716"/>
                  </a:lnTo>
                  <a:lnTo>
                    <a:pt x="532" y="708"/>
                  </a:lnTo>
                  <a:lnTo>
                    <a:pt x="536" y="701"/>
                  </a:lnTo>
                  <a:lnTo>
                    <a:pt x="540" y="693"/>
                  </a:lnTo>
                  <a:lnTo>
                    <a:pt x="547" y="676"/>
                  </a:lnTo>
                  <a:lnTo>
                    <a:pt x="553" y="658"/>
                  </a:lnTo>
                  <a:lnTo>
                    <a:pt x="559" y="637"/>
                  </a:lnTo>
                  <a:lnTo>
                    <a:pt x="562" y="614"/>
                  </a:lnTo>
                  <a:lnTo>
                    <a:pt x="564" y="591"/>
                  </a:lnTo>
                  <a:lnTo>
                    <a:pt x="565" y="565"/>
                  </a:lnTo>
                  <a:lnTo>
                    <a:pt x="565" y="0"/>
                  </a:lnTo>
                  <a:lnTo>
                    <a:pt x="7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22"/>
            <p:cNvSpPr/>
            <p:nvPr/>
          </p:nvSpPr>
          <p:spPr>
            <a:xfrm>
              <a:off x="453" y="3053"/>
              <a:ext cx="31" cy="40"/>
            </a:xfrm>
            <a:custGeom>
              <a:avLst/>
              <a:gdLst/>
              <a:ahLst/>
              <a:cxnLst/>
              <a:rect l="l" t="t" r="r" b="b"/>
              <a:pathLst>
                <a:path w="699" h="923" extrusionOk="0">
                  <a:moveTo>
                    <a:pt x="447" y="923"/>
                  </a:moveTo>
                  <a:lnTo>
                    <a:pt x="251" y="923"/>
                  </a:lnTo>
                  <a:lnTo>
                    <a:pt x="251" y="163"/>
                  </a:lnTo>
                  <a:lnTo>
                    <a:pt x="0" y="163"/>
                  </a:lnTo>
                  <a:lnTo>
                    <a:pt x="0" y="0"/>
                  </a:lnTo>
                  <a:lnTo>
                    <a:pt x="699" y="0"/>
                  </a:lnTo>
                  <a:lnTo>
                    <a:pt x="699" y="163"/>
                  </a:lnTo>
                  <a:lnTo>
                    <a:pt x="447" y="163"/>
                  </a:lnTo>
                  <a:lnTo>
                    <a:pt x="447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22"/>
            <p:cNvSpPr/>
            <p:nvPr/>
          </p:nvSpPr>
          <p:spPr>
            <a:xfrm>
              <a:off x="488" y="3052"/>
              <a:ext cx="39" cy="41"/>
            </a:xfrm>
            <a:custGeom>
              <a:avLst/>
              <a:gdLst/>
              <a:ahLst/>
              <a:cxnLst/>
              <a:rect l="l" t="t" r="r" b="b"/>
              <a:pathLst>
                <a:path w="881" h="952" extrusionOk="0">
                  <a:moveTo>
                    <a:pt x="881" y="476"/>
                  </a:moveTo>
                  <a:lnTo>
                    <a:pt x="881" y="504"/>
                  </a:lnTo>
                  <a:lnTo>
                    <a:pt x="878" y="531"/>
                  </a:lnTo>
                  <a:lnTo>
                    <a:pt x="876" y="558"/>
                  </a:lnTo>
                  <a:lnTo>
                    <a:pt x="873" y="584"/>
                  </a:lnTo>
                  <a:lnTo>
                    <a:pt x="869" y="609"/>
                  </a:lnTo>
                  <a:lnTo>
                    <a:pt x="865" y="633"/>
                  </a:lnTo>
                  <a:lnTo>
                    <a:pt x="859" y="656"/>
                  </a:lnTo>
                  <a:lnTo>
                    <a:pt x="853" y="679"/>
                  </a:lnTo>
                  <a:lnTo>
                    <a:pt x="844" y="701"/>
                  </a:lnTo>
                  <a:lnTo>
                    <a:pt x="836" y="721"/>
                  </a:lnTo>
                  <a:lnTo>
                    <a:pt x="827" y="741"/>
                  </a:lnTo>
                  <a:lnTo>
                    <a:pt x="816" y="761"/>
                  </a:lnTo>
                  <a:lnTo>
                    <a:pt x="805" y="778"/>
                  </a:lnTo>
                  <a:lnTo>
                    <a:pt x="794" y="796"/>
                  </a:lnTo>
                  <a:lnTo>
                    <a:pt x="780" y="812"/>
                  </a:lnTo>
                  <a:lnTo>
                    <a:pt x="767" y="829"/>
                  </a:lnTo>
                  <a:lnTo>
                    <a:pt x="752" y="843"/>
                  </a:lnTo>
                  <a:lnTo>
                    <a:pt x="737" y="858"/>
                  </a:lnTo>
                  <a:lnTo>
                    <a:pt x="720" y="870"/>
                  </a:lnTo>
                  <a:lnTo>
                    <a:pt x="704" y="883"/>
                  </a:lnTo>
                  <a:lnTo>
                    <a:pt x="686" y="894"/>
                  </a:lnTo>
                  <a:lnTo>
                    <a:pt x="668" y="903"/>
                  </a:lnTo>
                  <a:lnTo>
                    <a:pt x="648" y="912"/>
                  </a:lnTo>
                  <a:lnTo>
                    <a:pt x="628" y="921"/>
                  </a:lnTo>
                  <a:lnTo>
                    <a:pt x="608" y="928"/>
                  </a:lnTo>
                  <a:lnTo>
                    <a:pt x="586" y="934"/>
                  </a:lnTo>
                  <a:lnTo>
                    <a:pt x="563" y="939"/>
                  </a:lnTo>
                  <a:lnTo>
                    <a:pt x="540" y="943"/>
                  </a:lnTo>
                  <a:lnTo>
                    <a:pt x="517" y="948"/>
                  </a:lnTo>
                  <a:lnTo>
                    <a:pt x="492" y="950"/>
                  </a:lnTo>
                  <a:lnTo>
                    <a:pt x="466" y="951"/>
                  </a:lnTo>
                  <a:lnTo>
                    <a:pt x="440" y="952"/>
                  </a:lnTo>
                  <a:lnTo>
                    <a:pt x="413" y="951"/>
                  </a:lnTo>
                  <a:lnTo>
                    <a:pt x="389" y="950"/>
                  </a:lnTo>
                  <a:lnTo>
                    <a:pt x="364" y="948"/>
                  </a:lnTo>
                  <a:lnTo>
                    <a:pt x="340" y="943"/>
                  </a:lnTo>
                  <a:lnTo>
                    <a:pt x="317" y="939"/>
                  </a:lnTo>
                  <a:lnTo>
                    <a:pt x="294" y="934"/>
                  </a:lnTo>
                  <a:lnTo>
                    <a:pt x="273" y="928"/>
                  </a:lnTo>
                  <a:lnTo>
                    <a:pt x="252" y="921"/>
                  </a:lnTo>
                  <a:lnTo>
                    <a:pt x="232" y="912"/>
                  </a:lnTo>
                  <a:lnTo>
                    <a:pt x="213" y="903"/>
                  </a:lnTo>
                  <a:lnTo>
                    <a:pt x="194" y="894"/>
                  </a:lnTo>
                  <a:lnTo>
                    <a:pt x="177" y="883"/>
                  </a:lnTo>
                  <a:lnTo>
                    <a:pt x="159" y="870"/>
                  </a:lnTo>
                  <a:lnTo>
                    <a:pt x="144" y="858"/>
                  </a:lnTo>
                  <a:lnTo>
                    <a:pt x="128" y="843"/>
                  </a:lnTo>
                  <a:lnTo>
                    <a:pt x="114" y="829"/>
                  </a:lnTo>
                  <a:lnTo>
                    <a:pt x="99" y="812"/>
                  </a:lnTo>
                  <a:lnTo>
                    <a:pt x="87" y="796"/>
                  </a:lnTo>
                  <a:lnTo>
                    <a:pt x="74" y="778"/>
                  </a:lnTo>
                  <a:lnTo>
                    <a:pt x="63" y="761"/>
                  </a:lnTo>
                  <a:lnTo>
                    <a:pt x="54" y="741"/>
                  </a:lnTo>
                  <a:lnTo>
                    <a:pt x="44" y="721"/>
                  </a:lnTo>
                  <a:lnTo>
                    <a:pt x="35" y="700"/>
                  </a:lnTo>
                  <a:lnTo>
                    <a:pt x="28" y="678"/>
                  </a:lnTo>
                  <a:lnTo>
                    <a:pt x="22" y="656"/>
                  </a:lnTo>
                  <a:lnTo>
                    <a:pt x="15" y="633"/>
                  </a:lnTo>
                  <a:lnTo>
                    <a:pt x="10" y="609"/>
                  </a:lnTo>
                  <a:lnTo>
                    <a:pt x="6" y="583"/>
                  </a:lnTo>
                  <a:lnTo>
                    <a:pt x="3" y="557"/>
                  </a:lnTo>
                  <a:lnTo>
                    <a:pt x="1" y="530"/>
                  </a:lnTo>
                  <a:lnTo>
                    <a:pt x="0" y="503"/>
                  </a:lnTo>
                  <a:lnTo>
                    <a:pt x="0" y="474"/>
                  </a:lnTo>
                  <a:lnTo>
                    <a:pt x="0" y="447"/>
                  </a:lnTo>
                  <a:lnTo>
                    <a:pt x="1" y="419"/>
                  </a:lnTo>
                  <a:lnTo>
                    <a:pt x="3" y="392"/>
                  </a:lnTo>
                  <a:lnTo>
                    <a:pt x="6" y="366"/>
                  </a:lnTo>
                  <a:lnTo>
                    <a:pt x="10" y="341"/>
                  </a:lnTo>
                  <a:lnTo>
                    <a:pt x="15" y="317"/>
                  </a:lnTo>
                  <a:lnTo>
                    <a:pt x="22" y="294"/>
                  </a:lnTo>
                  <a:lnTo>
                    <a:pt x="28" y="271"/>
                  </a:lnTo>
                  <a:lnTo>
                    <a:pt x="36" y="249"/>
                  </a:lnTo>
                  <a:lnTo>
                    <a:pt x="44" y="229"/>
                  </a:lnTo>
                  <a:lnTo>
                    <a:pt x="54" y="209"/>
                  </a:lnTo>
                  <a:lnTo>
                    <a:pt x="64" y="190"/>
                  </a:lnTo>
                  <a:lnTo>
                    <a:pt x="75" y="172"/>
                  </a:lnTo>
                  <a:lnTo>
                    <a:pt x="87" y="154"/>
                  </a:lnTo>
                  <a:lnTo>
                    <a:pt x="100" y="138"/>
                  </a:lnTo>
                  <a:lnTo>
                    <a:pt x="114" y="122"/>
                  </a:lnTo>
                  <a:lnTo>
                    <a:pt x="128" y="108"/>
                  </a:lnTo>
                  <a:lnTo>
                    <a:pt x="144" y="94"/>
                  </a:lnTo>
                  <a:lnTo>
                    <a:pt x="160" y="81"/>
                  </a:lnTo>
                  <a:lnTo>
                    <a:pt x="177" y="70"/>
                  </a:lnTo>
                  <a:lnTo>
                    <a:pt x="195" y="58"/>
                  </a:lnTo>
                  <a:lnTo>
                    <a:pt x="214" y="48"/>
                  </a:lnTo>
                  <a:lnTo>
                    <a:pt x="232" y="40"/>
                  </a:lnTo>
                  <a:lnTo>
                    <a:pt x="253" y="31"/>
                  </a:lnTo>
                  <a:lnTo>
                    <a:pt x="274" y="24"/>
                  </a:lnTo>
                  <a:lnTo>
                    <a:pt x="296" y="18"/>
                  </a:lnTo>
                  <a:lnTo>
                    <a:pt x="317" y="13"/>
                  </a:lnTo>
                  <a:lnTo>
                    <a:pt x="341" y="9"/>
                  </a:lnTo>
                  <a:lnTo>
                    <a:pt x="365" y="5"/>
                  </a:lnTo>
                  <a:lnTo>
                    <a:pt x="390" y="2"/>
                  </a:lnTo>
                  <a:lnTo>
                    <a:pt x="415" y="1"/>
                  </a:lnTo>
                  <a:lnTo>
                    <a:pt x="441" y="0"/>
                  </a:lnTo>
                  <a:lnTo>
                    <a:pt x="468" y="1"/>
                  </a:lnTo>
                  <a:lnTo>
                    <a:pt x="493" y="2"/>
                  </a:lnTo>
                  <a:lnTo>
                    <a:pt x="518" y="5"/>
                  </a:lnTo>
                  <a:lnTo>
                    <a:pt x="541" y="9"/>
                  </a:lnTo>
                  <a:lnTo>
                    <a:pt x="565" y="13"/>
                  </a:lnTo>
                  <a:lnTo>
                    <a:pt x="587" y="18"/>
                  </a:lnTo>
                  <a:lnTo>
                    <a:pt x="609" y="24"/>
                  </a:lnTo>
                  <a:lnTo>
                    <a:pt x="629" y="31"/>
                  </a:lnTo>
                  <a:lnTo>
                    <a:pt x="650" y="40"/>
                  </a:lnTo>
                  <a:lnTo>
                    <a:pt x="669" y="49"/>
                  </a:lnTo>
                  <a:lnTo>
                    <a:pt x="687" y="58"/>
                  </a:lnTo>
                  <a:lnTo>
                    <a:pt x="705" y="70"/>
                  </a:lnTo>
                  <a:lnTo>
                    <a:pt x="721" y="82"/>
                  </a:lnTo>
                  <a:lnTo>
                    <a:pt x="738" y="94"/>
                  </a:lnTo>
                  <a:lnTo>
                    <a:pt x="753" y="109"/>
                  </a:lnTo>
                  <a:lnTo>
                    <a:pt x="768" y="123"/>
                  </a:lnTo>
                  <a:lnTo>
                    <a:pt x="781" y="139"/>
                  </a:lnTo>
                  <a:lnTo>
                    <a:pt x="794" y="155"/>
                  </a:lnTo>
                  <a:lnTo>
                    <a:pt x="806" y="173"/>
                  </a:lnTo>
                  <a:lnTo>
                    <a:pt x="817" y="191"/>
                  </a:lnTo>
                  <a:lnTo>
                    <a:pt x="827" y="210"/>
                  </a:lnTo>
                  <a:lnTo>
                    <a:pt x="836" y="231"/>
                  </a:lnTo>
                  <a:lnTo>
                    <a:pt x="845" y="251"/>
                  </a:lnTo>
                  <a:lnTo>
                    <a:pt x="853" y="273"/>
                  </a:lnTo>
                  <a:lnTo>
                    <a:pt x="859" y="295"/>
                  </a:lnTo>
                  <a:lnTo>
                    <a:pt x="865" y="318"/>
                  </a:lnTo>
                  <a:lnTo>
                    <a:pt x="869" y="342"/>
                  </a:lnTo>
                  <a:lnTo>
                    <a:pt x="873" y="367"/>
                  </a:lnTo>
                  <a:lnTo>
                    <a:pt x="876" y="393"/>
                  </a:lnTo>
                  <a:lnTo>
                    <a:pt x="878" y="420"/>
                  </a:lnTo>
                  <a:lnTo>
                    <a:pt x="881" y="448"/>
                  </a:lnTo>
                  <a:lnTo>
                    <a:pt x="881" y="476"/>
                  </a:lnTo>
                  <a:close/>
                  <a:moveTo>
                    <a:pt x="206" y="476"/>
                  </a:moveTo>
                  <a:lnTo>
                    <a:pt x="206" y="514"/>
                  </a:lnTo>
                  <a:lnTo>
                    <a:pt x="209" y="549"/>
                  </a:lnTo>
                  <a:lnTo>
                    <a:pt x="211" y="565"/>
                  </a:lnTo>
                  <a:lnTo>
                    <a:pt x="214" y="581"/>
                  </a:lnTo>
                  <a:lnTo>
                    <a:pt x="217" y="596"/>
                  </a:lnTo>
                  <a:lnTo>
                    <a:pt x="220" y="612"/>
                  </a:lnTo>
                  <a:lnTo>
                    <a:pt x="224" y="625"/>
                  </a:lnTo>
                  <a:lnTo>
                    <a:pt x="228" y="640"/>
                  </a:lnTo>
                  <a:lnTo>
                    <a:pt x="233" y="652"/>
                  </a:lnTo>
                  <a:lnTo>
                    <a:pt x="239" y="665"/>
                  </a:lnTo>
                  <a:lnTo>
                    <a:pt x="244" y="677"/>
                  </a:lnTo>
                  <a:lnTo>
                    <a:pt x="250" y="688"/>
                  </a:lnTo>
                  <a:lnTo>
                    <a:pt x="257" y="699"/>
                  </a:lnTo>
                  <a:lnTo>
                    <a:pt x="263" y="709"/>
                  </a:lnTo>
                  <a:lnTo>
                    <a:pt x="272" y="718"/>
                  </a:lnTo>
                  <a:lnTo>
                    <a:pt x="280" y="728"/>
                  </a:lnTo>
                  <a:lnTo>
                    <a:pt x="288" y="736"/>
                  </a:lnTo>
                  <a:lnTo>
                    <a:pt x="298" y="743"/>
                  </a:lnTo>
                  <a:lnTo>
                    <a:pt x="307" y="750"/>
                  </a:lnTo>
                  <a:lnTo>
                    <a:pt x="316" y="757"/>
                  </a:lnTo>
                  <a:lnTo>
                    <a:pt x="327" y="763"/>
                  </a:lnTo>
                  <a:lnTo>
                    <a:pt x="338" y="768"/>
                  </a:lnTo>
                  <a:lnTo>
                    <a:pt x="348" y="772"/>
                  </a:lnTo>
                  <a:lnTo>
                    <a:pt x="361" y="776"/>
                  </a:lnTo>
                  <a:lnTo>
                    <a:pt x="373" y="779"/>
                  </a:lnTo>
                  <a:lnTo>
                    <a:pt x="385" y="782"/>
                  </a:lnTo>
                  <a:lnTo>
                    <a:pt x="398" y="784"/>
                  </a:lnTo>
                  <a:lnTo>
                    <a:pt x="411" y="786"/>
                  </a:lnTo>
                  <a:lnTo>
                    <a:pt x="426" y="787"/>
                  </a:lnTo>
                  <a:lnTo>
                    <a:pt x="440" y="787"/>
                  </a:lnTo>
                  <a:lnTo>
                    <a:pt x="455" y="787"/>
                  </a:lnTo>
                  <a:lnTo>
                    <a:pt x="468" y="786"/>
                  </a:lnTo>
                  <a:lnTo>
                    <a:pt x="482" y="784"/>
                  </a:lnTo>
                  <a:lnTo>
                    <a:pt x="495" y="782"/>
                  </a:lnTo>
                  <a:lnTo>
                    <a:pt x="507" y="779"/>
                  </a:lnTo>
                  <a:lnTo>
                    <a:pt x="520" y="776"/>
                  </a:lnTo>
                  <a:lnTo>
                    <a:pt x="531" y="772"/>
                  </a:lnTo>
                  <a:lnTo>
                    <a:pt x="543" y="768"/>
                  </a:lnTo>
                  <a:lnTo>
                    <a:pt x="554" y="763"/>
                  </a:lnTo>
                  <a:lnTo>
                    <a:pt x="564" y="757"/>
                  </a:lnTo>
                  <a:lnTo>
                    <a:pt x="574" y="750"/>
                  </a:lnTo>
                  <a:lnTo>
                    <a:pt x="583" y="743"/>
                  </a:lnTo>
                  <a:lnTo>
                    <a:pt x="592" y="736"/>
                  </a:lnTo>
                  <a:lnTo>
                    <a:pt x="600" y="728"/>
                  </a:lnTo>
                  <a:lnTo>
                    <a:pt x="609" y="719"/>
                  </a:lnTo>
                  <a:lnTo>
                    <a:pt x="616" y="709"/>
                  </a:lnTo>
                  <a:lnTo>
                    <a:pt x="623" y="700"/>
                  </a:lnTo>
                  <a:lnTo>
                    <a:pt x="630" y="688"/>
                  </a:lnTo>
                  <a:lnTo>
                    <a:pt x="637" y="677"/>
                  </a:lnTo>
                  <a:lnTo>
                    <a:pt x="642" y="666"/>
                  </a:lnTo>
                  <a:lnTo>
                    <a:pt x="647" y="653"/>
                  </a:lnTo>
                  <a:lnTo>
                    <a:pt x="652" y="640"/>
                  </a:lnTo>
                  <a:lnTo>
                    <a:pt x="656" y="626"/>
                  </a:lnTo>
                  <a:lnTo>
                    <a:pt x="660" y="612"/>
                  </a:lnTo>
                  <a:lnTo>
                    <a:pt x="663" y="597"/>
                  </a:lnTo>
                  <a:lnTo>
                    <a:pt x="667" y="582"/>
                  </a:lnTo>
                  <a:lnTo>
                    <a:pt x="670" y="565"/>
                  </a:lnTo>
                  <a:lnTo>
                    <a:pt x="672" y="549"/>
                  </a:lnTo>
                  <a:lnTo>
                    <a:pt x="674" y="514"/>
                  </a:lnTo>
                  <a:lnTo>
                    <a:pt x="675" y="476"/>
                  </a:lnTo>
                  <a:lnTo>
                    <a:pt x="674" y="438"/>
                  </a:lnTo>
                  <a:lnTo>
                    <a:pt x="672" y="402"/>
                  </a:lnTo>
                  <a:lnTo>
                    <a:pt x="670" y="386"/>
                  </a:lnTo>
                  <a:lnTo>
                    <a:pt x="667" y="370"/>
                  </a:lnTo>
                  <a:lnTo>
                    <a:pt x="663" y="355"/>
                  </a:lnTo>
                  <a:lnTo>
                    <a:pt x="660" y="339"/>
                  </a:lnTo>
                  <a:lnTo>
                    <a:pt x="656" y="325"/>
                  </a:lnTo>
                  <a:lnTo>
                    <a:pt x="652" y="311"/>
                  </a:lnTo>
                  <a:lnTo>
                    <a:pt x="647" y="298"/>
                  </a:lnTo>
                  <a:lnTo>
                    <a:pt x="642" y="285"/>
                  </a:lnTo>
                  <a:lnTo>
                    <a:pt x="637" y="274"/>
                  </a:lnTo>
                  <a:lnTo>
                    <a:pt x="630" y="263"/>
                  </a:lnTo>
                  <a:lnTo>
                    <a:pt x="623" y="251"/>
                  </a:lnTo>
                  <a:lnTo>
                    <a:pt x="617" y="242"/>
                  </a:lnTo>
                  <a:lnTo>
                    <a:pt x="609" y="233"/>
                  </a:lnTo>
                  <a:lnTo>
                    <a:pt x="601" y="223"/>
                  </a:lnTo>
                  <a:lnTo>
                    <a:pt x="592" y="215"/>
                  </a:lnTo>
                  <a:lnTo>
                    <a:pt x="584" y="208"/>
                  </a:lnTo>
                  <a:lnTo>
                    <a:pt x="575" y="201"/>
                  </a:lnTo>
                  <a:lnTo>
                    <a:pt x="564" y="195"/>
                  </a:lnTo>
                  <a:lnTo>
                    <a:pt x="554" y="188"/>
                  </a:lnTo>
                  <a:lnTo>
                    <a:pt x="544" y="183"/>
                  </a:lnTo>
                  <a:lnTo>
                    <a:pt x="532" y="179"/>
                  </a:lnTo>
                  <a:lnTo>
                    <a:pt x="521" y="175"/>
                  </a:lnTo>
                  <a:lnTo>
                    <a:pt x="508" y="172"/>
                  </a:lnTo>
                  <a:lnTo>
                    <a:pt x="496" y="169"/>
                  </a:lnTo>
                  <a:lnTo>
                    <a:pt x="483" y="167"/>
                  </a:lnTo>
                  <a:lnTo>
                    <a:pt x="469" y="165"/>
                  </a:lnTo>
                  <a:lnTo>
                    <a:pt x="456" y="165"/>
                  </a:lnTo>
                  <a:lnTo>
                    <a:pt x="441" y="164"/>
                  </a:lnTo>
                  <a:lnTo>
                    <a:pt x="427" y="165"/>
                  </a:lnTo>
                  <a:lnTo>
                    <a:pt x="413" y="165"/>
                  </a:lnTo>
                  <a:lnTo>
                    <a:pt x="400" y="167"/>
                  </a:lnTo>
                  <a:lnTo>
                    <a:pt x="386" y="169"/>
                  </a:lnTo>
                  <a:lnTo>
                    <a:pt x="374" y="172"/>
                  </a:lnTo>
                  <a:lnTo>
                    <a:pt x="362" y="175"/>
                  </a:lnTo>
                  <a:lnTo>
                    <a:pt x="350" y="179"/>
                  </a:lnTo>
                  <a:lnTo>
                    <a:pt x="339" y="183"/>
                  </a:lnTo>
                  <a:lnTo>
                    <a:pt x="328" y="188"/>
                  </a:lnTo>
                  <a:lnTo>
                    <a:pt x="317" y="195"/>
                  </a:lnTo>
                  <a:lnTo>
                    <a:pt x="308" y="201"/>
                  </a:lnTo>
                  <a:lnTo>
                    <a:pt x="298" y="208"/>
                  </a:lnTo>
                  <a:lnTo>
                    <a:pt x="289" y="216"/>
                  </a:lnTo>
                  <a:lnTo>
                    <a:pt x="280" y="224"/>
                  </a:lnTo>
                  <a:lnTo>
                    <a:pt x="273" y="233"/>
                  </a:lnTo>
                  <a:lnTo>
                    <a:pt x="265" y="242"/>
                  </a:lnTo>
                  <a:lnTo>
                    <a:pt x="257" y="252"/>
                  </a:lnTo>
                  <a:lnTo>
                    <a:pt x="251" y="264"/>
                  </a:lnTo>
                  <a:lnTo>
                    <a:pt x="245" y="275"/>
                  </a:lnTo>
                  <a:lnTo>
                    <a:pt x="239" y="286"/>
                  </a:lnTo>
                  <a:lnTo>
                    <a:pt x="233" y="299"/>
                  </a:lnTo>
                  <a:lnTo>
                    <a:pt x="228" y="312"/>
                  </a:lnTo>
                  <a:lnTo>
                    <a:pt x="224" y="326"/>
                  </a:lnTo>
                  <a:lnTo>
                    <a:pt x="220" y="340"/>
                  </a:lnTo>
                  <a:lnTo>
                    <a:pt x="217" y="355"/>
                  </a:lnTo>
                  <a:lnTo>
                    <a:pt x="214" y="370"/>
                  </a:lnTo>
                  <a:lnTo>
                    <a:pt x="211" y="387"/>
                  </a:lnTo>
                  <a:lnTo>
                    <a:pt x="209" y="403"/>
                  </a:lnTo>
                  <a:lnTo>
                    <a:pt x="206" y="438"/>
                  </a:lnTo>
                  <a:lnTo>
                    <a:pt x="206" y="4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22"/>
            <p:cNvSpPr/>
            <p:nvPr/>
          </p:nvSpPr>
          <p:spPr>
            <a:xfrm>
              <a:off x="550" y="3053"/>
              <a:ext cx="23" cy="40"/>
            </a:xfrm>
            <a:custGeom>
              <a:avLst/>
              <a:gdLst/>
              <a:ahLst/>
              <a:cxnLst/>
              <a:rect l="l" t="t" r="r" b="b"/>
              <a:pathLst>
                <a:path w="531" h="923" extrusionOk="0">
                  <a:moveTo>
                    <a:pt x="193" y="923"/>
                  </a:moveTo>
                  <a:lnTo>
                    <a:pt x="0" y="923"/>
                  </a:lnTo>
                  <a:lnTo>
                    <a:pt x="0" y="0"/>
                  </a:lnTo>
                  <a:lnTo>
                    <a:pt x="531" y="0"/>
                  </a:lnTo>
                  <a:lnTo>
                    <a:pt x="531" y="161"/>
                  </a:lnTo>
                  <a:lnTo>
                    <a:pt x="193" y="161"/>
                  </a:lnTo>
                  <a:lnTo>
                    <a:pt x="193" y="399"/>
                  </a:lnTo>
                  <a:lnTo>
                    <a:pt x="507" y="399"/>
                  </a:lnTo>
                  <a:lnTo>
                    <a:pt x="507" y="559"/>
                  </a:lnTo>
                  <a:lnTo>
                    <a:pt x="193" y="559"/>
                  </a:lnTo>
                  <a:lnTo>
                    <a:pt x="193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22"/>
            <p:cNvSpPr/>
            <p:nvPr/>
          </p:nvSpPr>
          <p:spPr>
            <a:xfrm>
              <a:off x="581" y="3053"/>
              <a:ext cx="23" cy="40"/>
            </a:xfrm>
            <a:custGeom>
              <a:avLst/>
              <a:gdLst/>
              <a:ahLst/>
              <a:cxnLst/>
              <a:rect l="l" t="t" r="r" b="b"/>
              <a:pathLst>
                <a:path w="533" h="923" extrusionOk="0">
                  <a:moveTo>
                    <a:pt x="533" y="923"/>
                  </a:moveTo>
                  <a:lnTo>
                    <a:pt x="0" y="923"/>
                  </a:lnTo>
                  <a:lnTo>
                    <a:pt x="0" y="0"/>
                  </a:lnTo>
                  <a:lnTo>
                    <a:pt x="533" y="0"/>
                  </a:lnTo>
                  <a:lnTo>
                    <a:pt x="533" y="161"/>
                  </a:lnTo>
                  <a:lnTo>
                    <a:pt x="196" y="161"/>
                  </a:lnTo>
                  <a:lnTo>
                    <a:pt x="196" y="363"/>
                  </a:lnTo>
                  <a:lnTo>
                    <a:pt x="509" y="363"/>
                  </a:lnTo>
                  <a:lnTo>
                    <a:pt x="509" y="524"/>
                  </a:lnTo>
                  <a:lnTo>
                    <a:pt x="196" y="524"/>
                  </a:lnTo>
                  <a:lnTo>
                    <a:pt x="196" y="762"/>
                  </a:lnTo>
                  <a:lnTo>
                    <a:pt x="533" y="762"/>
                  </a:lnTo>
                  <a:lnTo>
                    <a:pt x="533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22"/>
            <p:cNvSpPr/>
            <p:nvPr/>
          </p:nvSpPr>
          <p:spPr>
            <a:xfrm>
              <a:off x="612" y="3053"/>
              <a:ext cx="34" cy="40"/>
            </a:xfrm>
            <a:custGeom>
              <a:avLst/>
              <a:gdLst/>
              <a:ahLst/>
              <a:cxnLst/>
              <a:rect l="l" t="t" r="r" b="b"/>
              <a:pathLst>
                <a:path w="766" h="923" extrusionOk="0">
                  <a:moveTo>
                    <a:pt x="766" y="453"/>
                  </a:moveTo>
                  <a:lnTo>
                    <a:pt x="766" y="481"/>
                  </a:lnTo>
                  <a:lnTo>
                    <a:pt x="764" y="508"/>
                  </a:lnTo>
                  <a:lnTo>
                    <a:pt x="762" y="535"/>
                  </a:lnTo>
                  <a:lnTo>
                    <a:pt x="758" y="561"/>
                  </a:lnTo>
                  <a:lnTo>
                    <a:pt x="754" y="586"/>
                  </a:lnTo>
                  <a:lnTo>
                    <a:pt x="748" y="609"/>
                  </a:lnTo>
                  <a:lnTo>
                    <a:pt x="742" y="632"/>
                  </a:lnTo>
                  <a:lnTo>
                    <a:pt x="734" y="655"/>
                  </a:lnTo>
                  <a:lnTo>
                    <a:pt x="725" y="675"/>
                  </a:lnTo>
                  <a:lnTo>
                    <a:pt x="716" y="696"/>
                  </a:lnTo>
                  <a:lnTo>
                    <a:pt x="705" y="716"/>
                  </a:lnTo>
                  <a:lnTo>
                    <a:pt x="693" y="735"/>
                  </a:lnTo>
                  <a:lnTo>
                    <a:pt x="681" y="753"/>
                  </a:lnTo>
                  <a:lnTo>
                    <a:pt x="667" y="770"/>
                  </a:lnTo>
                  <a:lnTo>
                    <a:pt x="653" y="787"/>
                  </a:lnTo>
                  <a:lnTo>
                    <a:pt x="636" y="802"/>
                  </a:lnTo>
                  <a:lnTo>
                    <a:pt x="620" y="817"/>
                  </a:lnTo>
                  <a:lnTo>
                    <a:pt x="602" y="830"/>
                  </a:lnTo>
                  <a:lnTo>
                    <a:pt x="584" y="844"/>
                  </a:lnTo>
                  <a:lnTo>
                    <a:pt x="564" y="855"/>
                  </a:lnTo>
                  <a:lnTo>
                    <a:pt x="544" y="867"/>
                  </a:lnTo>
                  <a:lnTo>
                    <a:pt x="523" y="876"/>
                  </a:lnTo>
                  <a:lnTo>
                    <a:pt x="501" y="885"/>
                  </a:lnTo>
                  <a:lnTo>
                    <a:pt x="478" y="893"/>
                  </a:lnTo>
                  <a:lnTo>
                    <a:pt x="453" y="901"/>
                  </a:lnTo>
                  <a:lnTo>
                    <a:pt x="428" y="907"/>
                  </a:lnTo>
                  <a:lnTo>
                    <a:pt x="404" y="912"/>
                  </a:lnTo>
                  <a:lnTo>
                    <a:pt x="377" y="916"/>
                  </a:lnTo>
                  <a:lnTo>
                    <a:pt x="349" y="919"/>
                  </a:lnTo>
                  <a:lnTo>
                    <a:pt x="321" y="921"/>
                  </a:lnTo>
                  <a:lnTo>
                    <a:pt x="291" y="923"/>
                  </a:lnTo>
                  <a:lnTo>
                    <a:pt x="261" y="923"/>
                  </a:lnTo>
                  <a:lnTo>
                    <a:pt x="0" y="923"/>
                  </a:lnTo>
                  <a:lnTo>
                    <a:pt x="0" y="0"/>
                  </a:lnTo>
                  <a:lnTo>
                    <a:pt x="289" y="0"/>
                  </a:lnTo>
                  <a:lnTo>
                    <a:pt x="317" y="1"/>
                  </a:lnTo>
                  <a:lnTo>
                    <a:pt x="345" y="2"/>
                  </a:lnTo>
                  <a:lnTo>
                    <a:pt x="371" y="4"/>
                  </a:lnTo>
                  <a:lnTo>
                    <a:pt x="396" y="7"/>
                  </a:lnTo>
                  <a:lnTo>
                    <a:pt x="421" y="12"/>
                  </a:lnTo>
                  <a:lnTo>
                    <a:pt x="445" y="17"/>
                  </a:lnTo>
                  <a:lnTo>
                    <a:pt x="469" y="22"/>
                  </a:lnTo>
                  <a:lnTo>
                    <a:pt x="490" y="30"/>
                  </a:lnTo>
                  <a:lnTo>
                    <a:pt x="512" y="38"/>
                  </a:lnTo>
                  <a:lnTo>
                    <a:pt x="533" y="46"/>
                  </a:lnTo>
                  <a:lnTo>
                    <a:pt x="554" y="57"/>
                  </a:lnTo>
                  <a:lnTo>
                    <a:pt x="572" y="67"/>
                  </a:lnTo>
                  <a:lnTo>
                    <a:pt x="591" y="79"/>
                  </a:lnTo>
                  <a:lnTo>
                    <a:pt x="608" y="92"/>
                  </a:lnTo>
                  <a:lnTo>
                    <a:pt x="625" y="105"/>
                  </a:lnTo>
                  <a:lnTo>
                    <a:pt x="641" y="120"/>
                  </a:lnTo>
                  <a:lnTo>
                    <a:pt x="657" y="135"/>
                  </a:lnTo>
                  <a:lnTo>
                    <a:pt x="670" y="151"/>
                  </a:lnTo>
                  <a:lnTo>
                    <a:pt x="684" y="167"/>
                  </a:lnTo>
                  <a:lnTo>
                    <a:pt x="696" y="185"/>
                  </a:lnTo>
                  <a:lnTo>
                    <a:pt x="708" y="203"/>
                  </a:lnTo>
                  <a:lnTo>
                    <a:pt x="718" y="222"/>
                  </a:lnTo>
                  <a:lnTo>
                    <a:pt x="727" y="243"/>
                  </a:lnTo>
                  <a:lnTo>
                    <a:pt x="735" y="262"/>
                  </a:lnTo>
                  <a:lnTo>
                    <a:pt x="743" y="284"/>
                  </a:lnTo>
                  <a:lnTo>
                    <a:pt x="749" y="306"/>
                  </a:lnTo>
                  <a:lnTo>
                    <a:pt x="754" y="328"/>
                  </a:lnTo>
                  <a:lnTo>
                    <a:pt x="758" y="352"/>
                  </a:lnTo>
                  <a:lnTo>
                    <a:pt x="762" y="376"/>
                  </a:lnTo>
                  <a:lnTo>
                    <a:pt x="764" y="401"/>
                  </a:lnTo>
                  <a:lnTo>
                    <a:pt x="766" y="426"/>
                  </a:lnTo>
                  <a:lnTo>
                    <a:pt x="766" y="453"/>
                  </a:lnTo>
                  <a:close/>
                  <a:moveTo>
                    <a:pt x="563" y="458"/>
                  </a:moveTo>
                  <a:lnTo>
                    <a:pt x="563" y="440"/>
                  </a:lnTo>
                  <a:lnTo>
                    <a:pt x="562" y="422"/>
                  </a:lnTo>
                  <a:lnTo>
                    <a:pt x="561" y="405"/>
                  </a:lnTo>
                  <a:lnTo>
                    <a:pt x="559" y="388"/>
                  </a:lnTo>
                  <a:lnTo>
                    <a:pt x="557" y="373"/>
                  </a:lnTo>
                  <a:lnTo>
                    <a:pt x="554" y="357"/>
                  </a:lnTo>
                  <a:lnTo>
                    <a:pt x="550" y="342"/>
                  </a:lnTo>
                  <a:lnTo>
                    <a:pt x="546" y="328"/>
                  </a:lnTo>
                  <a:lnTo>
                    <a:pt x="542" y="314"/>
                  </a:lnTo>
                  <a:lnTo>
                    <a:pt x="537" y="301"/>
                  </a:lnTo>
                  <a:lnTo>
                    <a:pt x="532" y="289"/>
                  </a:lnTo>
                  <a:lnTo>
                    <a:pt x="526" y="277"/>
                  </a:lnTo>
                  <a:lnTo>
                    <a:pt x="519" y="265"/>
                  </a:lnTo>
                  <a:lnTo>
                    <a:pt x="512" y="255"/>
                  </a:lnTo>
                  <a:lnTo>
                    <a:pt x="505" y="245"/>
                  </a:lnTo>
                  <a:lnTo>
                    <a:pt x="497" y="235"/>
                  </a:lnTo>
                  <a:lnTo>
                    <a:pt x="488" y="226"/>
                  </a:lnTo>
                  <a:lnTo>
                    <a:pt x="479" y="218"/>
                  </a:lnTo>
                  <a:lnTo>
                    <a:pt x="470" y="209"/>
                  </a:lnTo>
                  <a:lnTo>
                    <a:pt x="459" y="202"/>
                  </a:lnTo>
                  <a:lnTo>
                    <a:pt x="449" y="196"/>
                  </a:lnTo>
                  <a:lnTo>
                    <a:pt x="439" y="190"/>
                  </a:lnTo>
                  <a:lnTo>
                    <a:pt x="426" y="184"/>
                  </a:lnTo>
                  <a:lnTo>
                    <a:pt x="415" y="180"/>
                  </a:lnTo>
                  <a:lnTo>
                    <a:pt x="403" y="174"/>
                  </a:lnTo>
                  <a:lnTo>
                    <a:pt x="389" y="171"/>
                  </a:lnTo>
                  <a:lnTo>
                    <a:pt x="376" y="168"/>
                  </a:lnTo>
                  <a:lnTo>
                    <a:pt x="361" y="165"/>
                  </a:lnTo>
                  <a:lnTo>
                    <a:pt x="347" y="163"/>
                  </a:lnTo>
                  <a:lnTo>
                    <a:pt x="331" y="162"/>
                  </a:lnTo>
                  <a:lnTo>
                    <a:pt x="316" y="161"/>
                  </a:lnTo>
                  <a:lnTo>
                    <a:pt x="299" y="161"/>
                  </a:lnTo>
                  <a:lnTo>
                    <a:pt x="195" y="161"/>
                  </a:lnTo>
                  <a:lnTo>
                    <a:pt x="195" y="762"/>
                  </a:lnTo>
                  <a:lnTo>
                    <a:pt x="280" y="762"/>
                  </a:lnTo>
                  <a:lnTo>
                    <a:pt x="297" y="762"/>
                  </a:lnTo>
                  <a:lnTo>
                    <a:pt x="314" y="761"/>
                  </a:lnTo>
                  <a:lnTo>
                    <a:pt x="330" y="759"/>
                  </a:lnTo>
                  <a:lnTo>
                    <a:pt x="346" y="757"/>
                  </a:lnTo>
                  <a:lnTo>
                    <a:pt x="361" y="755"/>
                  </a:lnTo>
                  <a:lnTo>
                    <a:pt x="376" y="751"/>
                  </a:lnTo>
                  <a:lnTo>
                    <a:pt x="390" y="748"/>
                  </a:lnTo>
                  <a:lnTo>
                    <a:pt x="404" y="743"/>
                  </a:lnTo>
                  <a:lnTo>
                    <a:pt x="416" y="738"/>
                  </a:lnTo>
                  <a:lnTo>
                    <a:pt x="428" y="732"/>
                  </a:lnTo>
                  <a:lnTo>
                    <a:pt x="441" y="726"/>
                  </a:lnTo>
                  <a:lnTo>
                    <a:pt x="452" y="719"/>
                  </a:lnTo>
                  <a:lnTo>
                    <a:pt x="463" y="712"/>
                  </a:lnTo>
                  <a:lnTo>
                    <a:pt x="473" y="703"/>
                  </a:lnTo>
                  <a:lnTo>
                    <a:pt x="483" y="695"/>
                  </a:lnTo>
                  <a:lnTo>
                    <a:pt x="492" y="686"/>
                  </a:lnTo>
                  <a:lnTo>
                    <a:pt x="501" y="676"/>
                  </a:lnTo>
                  <a:lnTo>
                    <a:pt x="508" y="666"/>
                  </a:lnTo>
                  <a:lnTo>
                    <a:pt x="516" y="655"/>
                  </a:lnTo>
                  <a:lnTo>
                    <a:pt x="523" y="643"/>
                  </a:lnTo>
                  <a:lnTo>
                    <a:pt x="530" y="631"/>
                  </a:lnTo>
                  <a:lnTo>
                    <a:pt x="535" y="619"/>
                  </a:lnTo>
                  <a:lnTo>
                    <a:pt x="540" y="605"/>
                  </a:lnTo>
                  <a:lnTo>
                    <a:pt x="545" y="591"/>
                  </a:lnTo>
                  <a:lnTo>
                    <a:pt x="549" y="576"/>
                  </a:lnTo>
                  <a:lnTo>
                    <a:pt x="552" y="562"/>
                  </a:lnTo>
                  <a:lnTo>
                    <a:pt x="556" y="545"/>
                  </a:lnTo>
                  <a:lnTo>
                    <a:pt x="559" y="530"/>
                  </a:lnTo>
                  <a:lnTo>
                    <a:pt x="561" y="512"/>
                  </a:lnTo>
                  <a:lnTo>
                    <a:pt x="562" y="495"/>
                  </a:lnTo>
                  <a:lnTo>
                    <a:pt x="563" y="477"/>
                  </a:lnTo>
                  <a:lnTo>
                    <a:pt x="563" y="45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22"/>
            <p:cNvSpPr/>
            <p:nvPr/>
          </p:nvSpPr>
          <p:spPr>
            <a:xfrm>
              <a:off x="654" y="3053"/>
              <a:ext cx="23" cy="40"/>
            </a:xfrm>
            <a:custGeom>
              <a:avLst/>
              <a:gdLst/>
              <a:ahLst/>
              <a:cxnLst/>
              <a:rect l="l" t="t" r="r" b="b"/>
              <a:pathLst>
                <a:path w="533" h="923" extrusionOk="0">
                  <a:moveTo>
                    <a:pt x="533" y="923"/>
                  </a:moveTo>
                  <a:lnTo>
                    <a:pt x="0" y="923"/>
                  </a:lnTo>
                  <a:lnTo>
                    <a:pt x="0" y="0"/>
                  </a:lnTo>
                  <a:lnTo>
                    <a:pt x="533" y="0"/>
                  </a:lnTo>
                  <a:lnTo>
                    <a:pt x="533" y="161"/>
                  </a:lnTo>
                  <a:lnTo>
                    <a:pt x="196" y="161"/>
                  </a:lnTo>
                  <a:lnTo>
                    <a:pt x="196" y="363"/>
                  </a:lnTo>
                  <a:lnTo>
                    <a:pt x="509" y="363"/>
                  </a:lnTo>
                  <a:lnTo>
                    <a:pt x="509" y="524"/>
                  </a:lnTo>
                  <a:lnTo>
                    <a:pt x="196" y="524"/>
                  </a:lnTo>
                  <a:lnTo>
                    <a:pt x="196" y="762"/>
                  </a:lnTo>
                  <a:lnTo>
                    <a:pt x="533" y="762"/>
                  </a:lnTo>
                  <a:lnTo>
                    <a:pt x="533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22"/>
            <p:cNvSpPr/>
            <p:nvPr/>
          </p:nvSpPr>
          <p:spPr>
            <a:xfrm>
              <a:off x="686" y="3053"/>
              <a:ext cx="32" cy="40"/>
            </a:xfrm>
            <a:custGeom>
              <a:avLst/>
              <a:gdLst/>
              <a:ahLst/>
              <a:cxnLst/>
              <a:rect l="l" t="t" r="r" b="b"/>
              <a:pathLst>
                <a:path w="739" h="923" extrusionOk="0">
                  <a:moveTo>
                    <a:pt x="197" y="410"/>
                  </a:moveTo>
                  <a:lnTo>
                    <a:pt x="260" y="410"/>
                  </a:lnTo>
                  <a:lnTo>
                    <a:pt x="283" y="410"/>
                  </a:lnTo>
                  <a:lnTo>
                    <a:pt x="303" y="408"/>
                  </a:lnTo>
                  <a:lnTo>
                    <a:pt x="323" y="406"/>
                  </a:lnTo>
                  <a:lnTo>
                    <a:pt x="340" y="403"/>
                  </a:lnTo>
                  <a:lnTo>
                    <a:pt x="357" y="397"/>
                  </a:lnTo>
                  <a:lnTo>
                    <a:pt x="371" y="392"/>
                  </a:lnTo>
                  <a:lnTo>
                    <a:pt x="385" y="386"/>
                  </a:lnTo>
                  <a:lnTo>
                    <a:pt x="397" y="379"/>
                  </a:lnTo>
                  <a:lnTo>
                    <a:pt x="408" y="371"/>
                  </a:lnTo>
                  <a:lnTo>
                    <a:pt x="416" y="361"/>
                  </a:lnTo>
                  <a:lnTo>
                    <a:pt x="424" y="351"/>
                  </a:lnTo>
                  <a:lnTo>
                    <a:pt x="430" y="340"/>
                  </a:lnTo>
                  <a:lnTo>
                    <a:pt x="434" y="326"/>
                  </a:lnTo>
                  <a:lnTo>
                    <a:pt x="439" y="313"/>
                  </a:lnTo>
                  <a:lnTo>
                    <a:pt x="441" y="298"/>
                  </a:lnTo>
                  <a:lnTo>
                    <a:pt x="441" y="282"/>
                  </a:lnTo>
                  <a:lnTo>
                    <a:pt x="441" y="266"/>
                  </a:lnTo>
                  <a:lnTo>
                    <a:pt x="439" y="252"/>
                  </a:lnTo>
                  <a:lnTo>
                    <a:pt x="434" y="237"/>
                  </a:lnTo>
                  <a:lnTo>
                    <a:pt x="430" y="226"/>
                  </a:lnTo>
                  <a:lnTo>
                    <a:pt x="423" y="215"/>
                  </a:lnTo>
                  <a:lnTo>
                    <a:pt x="416" y="204"/>
                  </a:lnTo>
                  <a:lnTo>
                    <a:pt x="407" y="196"/>
                  </a:lnTo>
                  <a:lnTo>
                    <a:pt x="396" y="188"/>
                  </a:lnTo>
                  <a:lnTo>
                    <a:pt x="384" y="182"/>
                  </a:lnTo>
                  <a:lnTo>
                    <a:pt x="370" y="176"/>
                  </a:lnTo>
                  <a:lnTo>
                    <a:pt x="355" y="171"/>
                  </a:lnTo>
                  <a:lnTo>
                    <a:pt x="338" y="167"/>
                  </a:lnTo>
                  <a:lnTo>
                    <a:pt x="320" y="164"/>
                  </a:lnTo>
                  <a:lnTo>
                    <a:pt x="300" y="162"/>
                  </a:lnTo>
                  <a:lnTo>
                    <a:pt x="278" y="161"/>
                  </a:lnTo>
                  <a:lnTo>
                    <a:pt x="256" y="161"/>
                  </a:lnTo>
                  <a:lnTo>
                    <a:pt x="197" y="161"/>
                  </a:lnTo>
                  <a:lnTo>
                    <a:pt x="197" y="410"/>
                  </a:lnTo>
                  <a:close/>
                  <a:moveTo>
                    <a:pt x="197" y="569"/>
                  </a:moveTo>
                  <a:lnTo>
                    <a:pt x="197" y="923"/>
                  </a:lnTo>
                  <a:lnTo>
                    <a:pt x="0" y="923"/>
                  </a:lnTo>
                  <a:lnTo>
                    <a:pt x="0" y="0"/>
                  </a:lnTo>
                  <a:lnTo>
                    <a:pt x="270" y="0"/>
                  </a:lnTo>
                  <a:lnTo>
                    <a:pt x="293" y="1"/>
                  </a:lnTo>
                  <a:lnTo>
                    <a:pt x="316" y="1"/>
                  </a:lnTo>
                  <a:lnTo>
                    <a:pt x="337" y="3"/>
                  </a:lnTo>
                  <a:lnTo>
                    <a:pt x="358" y="4"/>
                  </a:lnTo>
                  <a:lnTo>
                    <a:pt x="379" y="7"/>
                  </a:lnTo>
                  <a:lnTo>
                    <a:pt x="397" y="10"/>
                  </a:lnTo>
                  <a:lnTo>
                    <a:pt x="416" y="13"/>
                  </a:lnTo>
                  <a:lnTo>
                    <a:pt x="433" y="17"/>
                  </a:lnTo>
                  <a:lnTo>
                    <a:pt x="451" y="21"/>
                  </a:lnTo>
                  <a:lnTo>
                    <a:pt x="468" y="27"/>
                  </a:lnTo>
                  <a:lnTo>
                    <a:pt x="483" y="33"/>
                  </a:lnTo>
                  <a:lnTo>
                    <a:pt x="497" y="39"/>
                  </a:lnTo>
                  <a:lnTo>
                    <a:pt x="511" y="45"/>
                  </a:lnTo>
                  <a:lnTo>
                    <a:pt x="524" y="52"/>
                  </a:lnTo>
                  <a:lnTo>
                    <a:pt x="537" y="61"/>
                  </a:lnTo>
                  <a:lnTo>
                    <a:pt x="549" y="69"/>
                  </a:lnTo>
                  <a:lnTo>
                    <a:pt x="560" y="77"/>
                  </a:lnTo>
                  <a:lnTo>
                    <a:pt x="570" y="87"/>
                  </a:lnTo>
                  <a:lnTo>
                    <a:pt x="579" y="97"/>
                  </a:lnTo>
                  <a:lnTo>
                    <a:pt x="588" y="107"/>
                  </a:lnTo>
                  <a:lnTo>
                    <a:pt x="597" y="119"/>
                  </a:lnTo>
                  <a:lnTo>
                    <a:pt x="604" y="130"/>
                  </a:lnTo>
                  <a:lnTo>
                    <a:pt x="611" y="142"/>
                  </a:lnTo>
                  <a:lnTo>
                    <a:pt x="616" y="155"/>
                  </a:lnTo>
                  <a:lnTo>
                    <a:pt x="622" y="168"/>
                  </a:lnTo>
                  <a:lnTo>
                    <a:pt x="627" y="182"/>
                  </a:lnTo>
                  <a:lnTo>
                    <a:pt x="631" y="196"/>
                  </a:lnTo>
                  <a:lnTo>
                    <a:pt x="634" y="212"/>
                  </a:lnTo>
                  <a:lnTo>
                    <a:pt x="636" y="227"/>
                  </a:lnTo>
                  <a:lnTo>
                    <a:pt x="638" y="243"/>
                  </a:lnTo>
                  <a:lnTo>
                    <a:pt x="639" y="259"/>
                  </a:lnTo>
                  <a:lnTo>
                    <a:pt x="639" y="277"/>
                  </a:lnTo>
                  <a:lnTo>
                    <a:pt x="639" y="296"/>
                  </a:lnTo>
                  <a:lnTo>
                    <a:pt x="637" y="316"/>
                  </a:lnTo>
                  <a:lnTo>
                    <a:pt x="633" y="336"/>
                  </a:lnTo>
                  <a:lnTo>
                    <a:pt x="628" y="354"/>
                  </a:lnTo>
                  <a:lnTo>
                    <a:pt x="622" y="372"/>
                  </a:lnTo>
                  <a:lnTo>
                    <a:pt x="614" y="389"/>
                  </a:lnTo>
                  <a:lnTo>
                    <a:pt x="605" y="406"/>
                  </a:lnTo>
                  <a:lnTo>
                    <a:pt x="595" y="421"/>
                  </a:lnTo>
                  <a:lnTo>
                    <a:pt x="582" y="437"/>
                  </a:lnTo>
                  <a:lnTo>
                    <a:pt x="570" y="452"/>
                  </a:lnTo>
                  <a:lnTo>
                    <a:pt x="555" y="466"/>
                  </a:lnTo>
                  <a:lnTo>
                    <a:pt x="540" y="478"/>
                  </a:lnTo>
                  <a:lnTo>
                    <a:pt x="523" y="490"/>
                  </a:lnTo>
                  <a:lnTo>
                    <a:pt x="506" y="502"/>
                  </a:lnTo>
                  <a:lnTo>
                    <a:pt x="487" y="512"/>
                  </a:lnTo>
                  <a:lnTo>
                    <a:pt x="468" y="521"/>
                  </a:lnTo>
                  <a:lnTo>
                    <a:pt x="517" y="596"/>
                  </a:lnTo>
                  <a:lnTo>
                    <a:pt x="563" y="663"/>
                  </a:lnTo>
                  <a:lnTo>
                    <a:pt x="603" y="724"/>
                  </a:lnTo>
                  <a:lnTo>
                    <a:pt x="640" y="778"/>
                  </a:lnTo>
                  <a:lnTo>
                    <a:pt x="671" y="824"/>
                  </a:lnTo>
                  <a:lnTo>
                    <a:pt x="699" y="864"/>
                  </a:lnTo>
                  <a:lnTo>
                    <a:pt x="721" y="897"/>
                  </a:lnTo>
                  <a:lnTo>
                    <a:pt x="739" y="923"/>
                  </a:lnTo>
                  <a:lnTo>
                    <a:pt x="521" y="923"/>
                  </a:lnTo>
                  <a:lnTo>
                    <a:pt x="301" y="569"/>
                  </a:lnTo>
                  <a:lnTo>
                    <a:pt x="197" y="5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22"/>
            <p:cNvSpPr/>
            <p:nvPr/>
          </p:nvSpPr>
          <p:spPr>
            <a:xfrm>
              <a:off x="718" y="3052"/>
              <a:ext cx="39" cy="41"/>
            </a:xfrm>
            <a:custGeom>
              <a:avLst/>
              <a:gdLst/>
              <a:ahLst/>
              <a:cxnLst/>
              <a:rect l="l" t="t" r="r" b="b"/>
              <a:pathLst>
                <a:path w="895" h="927" extrusionOk="0">
                  <a:moveTo>
                    <a:pt x="683" y="927"/>
                  </a:moveTo>
                  <a:lnTo>
                    <a:pt x="616" y="707"/>
                  </a:lnTo>
                  <a:lnTo>
                    <a:pt x="279" y="707"/>
                  </a:lnTo>
                  <a:lnTo>
                    <a:pt x="212" y="927"/>
                  </a:lnTo>
                  <a:lnTo>
                    <a:pt x="0" y="927"/>
                  </a:lnTo>
                  <a:lnTo>
                    <a:pt x="327" y="0"/>
                  </a:lnTo>
                  <a:lnTo>
                    <a:pt x="567" y="0"/>
                  </a:lnTo>
                  <a:lnTo>
                    <a:pt x="895" y="927"/>
                  </a:lnTo>
                  <a:lnTo>
                    <a:pt x="683" y="927"/>
                  </a:lnTo>
                  <a:close/>
                  <a:moveTo>
                    <a:pt x="570" y="543"/>
                  </a:moveTo>
                  <a:lnTo>
                    <a:pt x="547" y="473"/>
                  </a:lnTo>
                  <a:lnTo>
                    <a:pt x="528" y="410"/>
                  </a:lnTo>
                  <a:lnTo>
                    <a:pt x="511" y="356"/>
                  </a:lnTo>
                  <a:lnTo>
                    <a:pt x="496" y="310"/>
                  </a:lnTo>
                  <a:lnTo>
                    <a:pt x="485" y="271"/>
                  </a:lnTo>
                  <a:lnTo>
                    <a:pt x="476" y="241"/>
                  </a:lnTo>
                  <a:lnTo>
                    <a:pt x="468" y="220"/>
                  </a:lnTo>
                  <a:lnTo>
                    <a:pt x="464" y="205"/>
                  </a:lnTo>
                  <a:lnTo>
                    <a:pt x="459" y="187"/>
                  </a:lnTo>
                  <a:lnTo>
                    <a:pt x="455" y="170"/>
                  </a:lnTo>
                  <a:lnTo>
                    <a:pt x="451" y="156"/>
                  </a:lnTo>
                  <a:lnTo>
                    <a:pt x="448" y="143"/>
                  </a:lnTo>
                  <a:lnTo>
                    <a:pt x="442" y="167"/>
                  </a:lnTo>
                  <a:lnTo>
                    <a:pt x="432" y="199"/>
                  </a:lnTo>
                  <a:lnTo>
                    <a:pt x="421" y="237"/>
                  </a:lnTo>
                  <a:lnTo>
                    <a:pt x="407" y="284"/>
                  </a:lnTo>
                  <a:lnTo>
                    <a:pt x="391" y="337"/>
                  </a:lnTo>
                  <a:lnTo>
                    <a:pt x="372" y="398"/>
                  </a:lnTo>
                  <a:lnTo>
                    <a:pt x="352" y="468"/>
                  </a:lnTo>
                  <a:lnTo>
                    <a:pt x="328" y="543"/>
                  </a:lnTo>
                  <a:lnTo>
                    <a:pt x="570" y="5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22"/>
            <p:cNvSpPr/>
            <p:nvPr/>
          </p:nvSpPr>
          <p:spPr>
            <a:xfrm>
              <a:off x="762" y="3053"/>
              <a:ext cx="25" cy="40"/>
            </a:xfrm>
            <a:custGeom>
              <a:avLst/>
              <a:gdLst/>
              <a:ahLst/>
              <a:cxnLst/>
              <a:rect l="l" t="t" r="r" b="b"/>
              <a:pathLst>
                <a:path w="572" h="923" extrusionOk="0">
                  <a:moveTo>
                    <a:pt x="0" y="923"/>
                  </a:moveTo>
                  <a:lnTo>
                    <a:pt x="0" y="0"/>
                  </a:lnTo>
                  <a:lnTo>
                    <a:pt x="197" y="0"/>
                  </a:lnTo>
                  <a:lnTo>
                    <a:pt x="197" y="762"/>
                  </a:lnTo>
                  <a:lnTo>
                    <a:pt x="572" y="762"/>
                  </a:lnTo>
                  <a:lnTo>
                    <a:pt x="572" y="923"/>
                  </a:lnTo>
                  <a:lnTo>
                    <a:pt x="0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22"/>
            <p:cNvSpPr/>
            <p:nvPr/>
          </p:nvSpPr>
          <p:spPr>
            <a:xfrm>
              <a:off x="231" y="3112"/>
              <a:ext cx="27" cy="31"/>
            </a:xfrm>
            <a:custGeom>
              <a:avLst/>
              <a:gdLst/>
              <a:ahLst/>
              <a:cxnLst/>
              <a:rect l="l" t="t" r="r" b="b"/>
              <a:pathLst>
                <a:path w="620" h="701" extrusionOk="0">
                  <a:moveTo>
                    <a:pt x="535" y="701"/>
                  </a:moveTo>
                  <a:lnTo>
                    <a:pt x="448" y="479"/>
                  </a:lnTo>
                  <a:lnTo>
                    <a:pt x="168" y="479"/>
                  </a:lnTo>
                  <a:lnTo>
                    <a:pt x="81" y="701"/>
                  </a:lnTo>
                  <a:lnTo>
                    <a:pt x="0" y="701"/>
                  </a:lnTo>
                  <a:lnTo>
                    <a:pt x="275" y="0"/>
                  </a:lnTo>
                  <a:lnTo>
                    <a:pt x="344" y="0"/>
                  </a:lnTo>
                  <a:lnTo>
                    <a:pt x="620" y="701"/>
                  </a:lnTo>
                  <a:lnTo>
                    <a:pt x="535" y="701"/>
                  </a:lnTo>
                  <a:close/>
                  <a:moveTo>
                    <a:pt x="422" y="406"/>
                  </a:moveTo>
                  <a:lnTo>
                    <a:pt x="342" y="190"/>
                  </a:lnTo>
                  <a:lnTo>
                    <a:pt x="333" y="168"/>
                  </a:lnTo>
                  <a:lnTo>
                    <a:pt x="325" y="143"/>
                  </a:lnTo>
                  <a:lnTo>
                    <a:pt x="317" y="117"/>
                  </a:lnTo>
                  <a:lnTo>
                    <a:pt x="309" y="88"/>
                  </a:lnTo>
                  <a:lnTo>
                    <a:pt x="303" y="112"/>
                  </a:lnTo>
                  <a:lnTo>
                    <a:pt x="296" y="137"/>
                  </a:lnTo>
                  <a:lnTo>
                    <a:pt x="288" y="163"/>
                  </a:lnTo>
                  <a:lnTo>
                    <a:pt x="279" y="190"/>
                  </a:lnTo>
                  <a:lnTo>
                    <a:pt x="196" y="406"/>
                  </a:lnTo>
                  <a:lnTo>
                    <a:pt x="422" y="4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22"/>
            <p:cNvSpPr/>
            <p:nvPr/>
          </p:nvSpPr>
          <p:spPr>
            <a:xfrm>
              <a:off x="261" y="3119"/>
              <a:ext cx="33" cy="24"/>
            </a:xfrm>
            <a:custGeom>
              <a:avLst/>
              <a:gdLst/>
              <a:ahLst/>
              <a:cxnLst/>
              <a:rect l="l" t="t" r="r" b="b"/>
              <a:pathLst>
                <a:path w="748" h="533" extrusionOk="0">
                  <a:moveTo>
                    <a:pt x="668" y="533"/>
                  </a:moveTo>
                  <a:lnTo>
                    <a:pt x="668" y="192"/>
                  </a:lnTo>
                  <a:lnTo>
                    <a:pt x="668" y="178"/>
                  </a:lnTo>
                  <a:lnTo>
                    <a:pt x="667" y="163"/>
                  </a:lnTo>
                  <a:lnTo>
                    <a:pt x="665" y="150"/>
                  </a:lnTo>
                  <a:lnTo>
                    <a:pt x="662" y="137"/>
                  </a:lnTo>
                  <a:lnTo>
                    <a:pt x="658" y="126"/>
                  </a:lnTo>
                  <a:lnTo>
                    <a:pt x="654" y="117"/>
                  </a:lnTo>
                  <a:lnTo>
                    <a:pt x="647" y="107"/>
                  </a:lnTo>
                  <a:lnTo>
                    <a:pt x="641" y="99"/>
                  </a:lnTo>
                  <a:lnTo>
                    <a:pt x="634" y="91"/>
                  </a:lnTo>
                  <a:lnTo>
                    <a:pt x="627" y="85"/>
                  </a:lnTo>
                  <a:lnTo>
                    <a:pt x="617" y="79"/>
                  </a:lnTo>
                  <a:lnTo>
                    <a:pt x="607" y="75"/>
                  </a:lnTo>
                  <a:lnTo>
                    <a:pt x="597" y="71"/>
                  </a:lnTo>
                  <a:lnTo>
                    <a:pt x="584" y="69"/>
                  </a:lnTo>
                  <a:lnTo>
                    <a:pt x="572" y="68"/>
                  </a:lnTo>
                  <a:lnTo>
                    <a:pt x="559" y="67"/>
                  </a:lnTo>
                  <a:lnTo>
                    <a:pt x="540" y="68"/>
                  </a:lnTo>
                  <a:lnTo>
                    <a:pt x="523" y="70"/>
                  </a:lnTo>
                  <a:lnTo>
                    <a:pt x="508" y="73"/>
                  </a:lnTo>
                  <a:lnTo>
                    <a:pt x="493" y="78"/>
                  </a:lnTo>
                  <a:lnTo>
                    <a:pt x="481" y="84"/>
                  </a:lnTo>
                  <a:lnTo>
                    <a:pt x="469" y="91"/>
                  </a:lnTo>
                  <a:lnTo>
                    <a:pt x="458" y="100"/>
                  </a:lnTo>
                  <a:lnTo>
                    <a:pt x="449" y="109"/>
                  </a:lnTo>
                  <a:lnTo>
                    <a:pt x="441" y="121"/>
                  </a:lnTo>
                  <a:lnTo>
                    <a:pt x="433" y="134"/>
                  </a:lnTo>
                  <a:lnTo>
                    <a:pt x="427" y="148"/>
                  </a:lnTo>
                  <a:lnTo>
                    <a:pt x="422" y="164"/>
                  </a:lnTo>
                  <a:lnTo>
                    <a:pt x="418" y="181"/>
                  </a:lnTo>
                  <a:lnTo>
                    <a:pt x="416" y="199"/>
                  </a:lnTo>
                  <a:lnTo>
                    <a:pt x="414" y="219"/>
                  </a:lnTo>
                  <a:lnTo>
                    <a:pt x="414" y="241"/>
                  </a:lnTo>
                  <a:lnTo>
                    <a:pt x="414" y="533"/>
                  </a:lnTo>
                  <a:lnTo>
                    <a:pt x="334" y="533"/>
                  </a:lnTo>
                  <a:lnTo>
                    <a:pt x="334" y="192"/>
                  </a:lnTo>
                  <a:lnTo>
                    <a:pt x="333" y="178"/>
                  </a:lnTo>
                  <a:lnTo>
                    <a:pt x="332" y="163"/>
                  </a:lnTo>
                  <a:lnTo>
                    <a:pt x="330" y="150"/>
                  </a:lnTo>
                  <a:lnTo>
                    <a:pt x="327" y="137"/>
                  </a:lnTo>
                  <a:lnTo>
                    <a:pt x="324" y="126"/>
                  </a:lnTo>
                  <a:lnTo>
                    <a:pt x="319" y="117"/>
                  </a:lnTo>
                  <a:lnTo>
                    <a:pt x="314" y="107"/>
                  </a:lnTo>
                  <a:lnTo>
                    <a:pt x="307" y="99"/>
                  </a:lnTo>
                  <a:lnTo>
                    <a:pt x="300" y="91"/>
                  </a:lnTo>
                  <a:lnTo>
                    <a:pt x="292" y="85"/>
                  </a:lnTo>
                  <a:lnTo>
                    <a:pt x="283" y="79"/>
                  </a:lnTo>
                  <a:lnTo>
                    <a:pt x="273" y="75"/>
                  </a:lnTo>
                  <a:lnTo>
                    <a:pt x="262" y="71"/>
                  </a:lnTo>
                  <a:lnTo>
                    <a:pt x="251" y="69"/>
                  </a:lnTo>
                  <a:lnTo>
                    <a:pt x="237" y="68"/>
                  </a:lnTo>
                  <a:lnTo>
                    <a:pt x="224" y="67"/>
                  </a:lnTo>
                  <a:lnTo>
                    <a:pt x="205" y="68"/>
                  </a:lnTo>
                  <a:lnTo>
                    <a:pt x="188" y="70"/>
                  </a:lnTo>
                  <a:lnTo>
                    <a:pt x="173" y="73"/>
                  </a:lnTo>
                  <a:lnTo>
                    <a:pt x="159" y="78"/>
                  </a:lnTo>
                  <a:lnTo>
                    <a:pt x="146" y="85"/>
                  </a:lnTo>
                  <a:lnTo>
                    <a:pt x="134" y="93"/>
                  </a:lnTo>
                  <a:lnTo>
                    <a:pt x="123" y="101"/>
                  </a:lnTo>
                  <a:lnTo>
                    <a:pt x="114" y="111"/>
                  </a:lnTo>
                  <a:lnTo>
                    <a:pt x="106" y="124"/>
                  </a:lnTo>
                  <a:lnTo>
                    <a:pt x="100" y="137"/>
                  </a:lnTo>
                  <a:lnTo>
                    <a:pt x="93" y="154"/>
                  </a:lnTo>
                  <a:lnTo>
                    <a:pt x="88" y="170"/>
                  </a:lnTo>
                  <a:lnTo>
                    <a:pt x="84" y="190"/>
                  </a:lnTo>
                  <a:lnTo>
                    <a:pt x="82" y="211"/>
                  </a:lnTo>
                  <a:lnTo>
                    <a:pt x="80" y="233"/>
                  </a:lnTo>
                  <a:lnTo>
                    <a:pt x="80" y="258"/>
                  </a:lnTo>
                  <a:lnTo>
                    <a:pt x="80" y="533"/>
                  </a:lnTo>
                  <a:lnTo>
                    <a:pt x="0" y="533"/>
                  </a:lnTo>
                  <a:lnTo>
                    <a:pt x="0" y="9"/>
                  </a:lnTo>
                  <a:lnTo>
                    <a:pt x="64" y="9"/>
                  </a:lnTo>
                  <a:lnTo>
                    <a:pt x="78" y="80"/>
                  </a:lnTo>
                  <a:lnTo>
                    <a:pt x="82" y="80"/>
                  </a:lnTo>
                  <a:lnTo>
                    <a:pt x="87" y="71"/>
                  </a:lnTo>
                  <a:lnTo>
                    <a:pt x="94" y="63"/>
                  </a:lnTo>
                  <a:lnTo>
                    <a:pt x="101" y="55"/>
                  </a:lnTo>
                  <a:lnTo>
                    <a:pt x="109" y="47"/>
                  </a:lnTo>
                  <a:lnTo>
                    <a:pt x="117" y="40"/>
                  </a:lnTo>
                  <a:lnTo>
                    <a:pt x="125" y="33"/>
                  </a:lnTo>
                  <a:lnTo>
                    <a:pt x="135" y="27"/>
                  </a:lnTo>
                  <a:lnTo>
                    <a:pt x="145" y="22"/>
                  </a:lnTo>
                  <a:lnTo>
                    <a:pt x="155" y="16"/>
                  </a:lnTo>
                  <a:lnTo>
                    <a:pt x="166" y="12"/>
                  </a:lnTo>
                  <a:lnTo>
                    <a:pt x="177" y="8"/>
                  </a:lnTo>
                  <a:lnTo>
                    <a:pt x="188" y="5"/>
                  </a:lnTo>
                  <a:lnTo>
                    <a:pt x="200" y="3"/>
                  </a:lnTo>
                  <a:lnTo>
                    <a:pt x="212" y="1"/>
                  </a:lnTo>
                  <a:lnTo>
                    <a:pt x="224" y="0"/>
                  </a:lnTo>
                  <a:lnTo>
                    <a:pt x="236" y="0"/>
                  </a:lnTo>
                  <a:lnTo>
                    <a:pt x="252" y="0"/>
                  </a:lnTo>
                  <a:lnTo>
                    <a:pt x="266" y="1"/>
                  </a:lnTo>
                  <a:lnTo>
                    <a:pt x="279" y="3"/>
                  </a:lnTo>
                  <a:lnTo>
                    <a:pt x="293" y="5"/>
                  </a:lnTo>
                  <a:lnTo>
                    <a:pt x="305" y="8"/>
                  </a:lnTo>
                  <a:lnTo>
                    <a:pt x="317" y="12"/>
                  </a:lnTo>
                  <a:lnTo>
                    <a:pt x="328" y="16"/>
                  </a:lnTo>
                  <a:lnTo>
                    <a:pt x="338" y="22"/>
                  </a:lnTo>
                  <a:lnTo>
                    <a:pt x="348" y="28"/>
                  </a:lnTo>
                  <a:lnTo>
                    <a:pt x="357" y="35"/>
                  </a:lnTo>
                  <a:lnTo>
                    <a:pt x="365" y="42"/>
                  </a:lnTo>
                  <a:lnTo>
                    <a:pt x="372" y="49"/>
                  </a:lnTo>
                  <a:lnTo>
                    <a:pt x="380" y="59"/>
                  </a:lnTo>
                  <a:lnTo>
                    <a:pt x="386" y="68"/>
                  </a:lnTo>
                  <a:lnTo>
                    <a:pt x="392" y="77"/>
                  </a:lnTo>
                  <a:lnTo>
                    <a:pt x="397" y="89"/>
                  </a:lnTo>
                  <a:lnTo>
                    <a:pt x="401" y="89"/>
                  </a:lnTo>
                  <a:lnTo>
                    <a:pt x="408" y="78"/>
                  </a:lnTo>
                  <a:lnTo>
                    <a:pt x="414" y="69"/>
                  </a:lnTo>
                  <a:lnTo>
                    <a:pt x="421" y="60"/>
                  </a:lnTo>
                  <a:lnTo>
                    <a:pt x="429" y="52"/>
                  </a:lnTo>
                  <a:lnTo>
                    <a:pt x="439" y="44"/>
                  </a:lnTo>
                  <a:lnTo>
                    <a:pt x="448" y="37"/>
                  </a:lnTo>
                  <a:lnTo>
                    <a:pt x="458" y="30"/>
                  </a:lnTo>
                  <a:lnTo>
                    <a:pt x="469" y="24"/>
                  </a:lnTo>
                  <a:lnTo>
                    <a:pt x="480" y="18"/>
                  </a:lnTo>
                  <a:lnTo>
                    <a:pt x="492" y="13"/>
                  </a:lnTo>
                  <a:lnTo>
                    <a:pt x="504" y="9"/>
                  </a:lnTo>
                  <a:lnTo>
                    <a:pt x="516" y="6"/>
                  </a:lnTo>
                  <a:lnTo>
                    <a:pt x="530" y="3"/>
                  </a:lnTo>
                  <a:lnTo>
                    <a:pt x="543" y="1"/>
                  </a:lnTo>
                  <a:lnTo>
                    <a:pt x="556" y="0"/>
                  </a:lnTo>
                  <a:lnTo>
                    <a:pt x="570" y="0"/>
                  </a:lnTo>
                  <a:lnTo>
                    <a:pt x="592" y="1"/>
                  </a:lnTo>
                  <a:lnTo>
                    <a:pt x="612" y="3"/>
                  </a:lnTo>
                  <a:lnTo>
                    <a:pt x="631" y="6"/>
                  </a:lnTo>
                  <a:lnTo>
                    <a:pt x="648" y="11"/>
                  </a:lnTo>
                  <a:lnTo>
                    <a:pt x="664" y="17"/>
                  </a:lnTo>
                  <a:lnTo>
                    <a:pt x="678" y="26"/>
                  </a:lnTo>
                  <a:lnTo>
                    <a:pt x="692" y="35"/>
                  </a:lnTo>
                  <a:lnTo>
                    <a:pt x="703" y="45"/>
                  </a:lnTo>
                  <a:lnTo>
                    <a:pt x="708" y="52"/>
                  </a:lnTo>
                  <a:lnTo>
                    <a:pt x="714" y="58"/>
                  </a:lnTo>
                  <a:lnTo>
                    <a:pt x="719" y="64"/>
                  </a:lnTo>
                  <a:lnTo>
                    <a:pt x="723" y="71"/>
                  </a:lnTo>
                  <a:lnTo>
                    <a:pt x="730" y="88"/>
                  </a:lnTo>
                  <a:lnTo>
                    <a:pt x="736" y="104"/>
                  </a:lnTo>
                  <a:lnTo>
                    <a:pt x="741" y="124"/>
                  </a:lnTo>
                  <a:lnTo>
                    <a:pt x="745" y="145"/>
                  </a:lnTo>
                  <a:lnTo>
                    <a:pt x="747" y="167"/>
                  </a:lnTo>
                  <a:lnTo>
                    <a:pt x="748" y="191"/>
                  </a:lnTo>
                  <a:lnTo>
                    <a:pt x="748" y="533"/>
                  </a:lnTo>
                  <a:lnTo>
                    <a:pt x="668" y="5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22"/>
            <p:cNvSpPr/>
            <p:nvPr/>
          </p:nvSpPr>
          <p:spPr>
            <a:xfrm>
              <a:off x="299" y="3119"/>
              <a:ext cx="18" cy="24"/>
            </a:xfrm>
            <a:custGeom>
              <a:avLst/>
              <a:gdLst/>
              <a:ahLst/>
              <a:cxnLst/>
              <a:rect l="l" t="t" r="r" b="b"/>
              <a:pathLst>
                <a:path w="420" h="541" extrusionOk="0">
                  <a:moveTo>
                    <a:pt x="361" y="532"/>
                  </a:moveTo>
                  <a:lnTo>
                    <a:pt x="346" y="458"/>
                  </a:lnTo>
                  <a:lnTo>
                    <a:pt x="342" y="458"/>
                  </a:lnTo>
                  <a:lnTo>
                    <a:pt x="332" y="469"/>
                  </a:lnTo>
                  <a:lnTo>
                    <a:pt x="322" y="479"/>
                  </a:lnTo>
                  <a:lnTo>
                    <a:pt x="313" y="490"/>
                  </a:lnTo>
                  <a:lnTo>
                    <a:pt x="303" y="498"/>
                  </a:lnTo>
                  <a:lnTo>
                    <a:pt x="293" y="506"/>
                  </a:lnTo>
                  <a:lnTo>
                    <a:pt x="284" y="513"/>
                  </a:lnTo>
                  <a:lnTo>
                    <a:pt x="274" y="519"/>
                  </a:lnTo>
                  <a:lnTo>
                    <a:pt x="264" y="524"/>
                  </a:lnTo>
                  <a:lnTo>
                    <a:pt x="254" y="528"/>
                  </a:lnTo>
                  <a:lnTo>
                    <a:pt x="244" y="532"/>
                  </a:lnTo>
                  <a:lnTo>
                    <a:pt x="232" y="534"/>
                  </a:lnTo>
                  <a:lnTo>
                    <a:pt x="220" y="537"/>
                  </a:lnTo>
                  <a:lnTo>
                    <a:pt x="207" y="539"/>
                  </a:lnTo>
                  <a:lnTo>
                    <a:pt x="195" y="540"/>
                  </a:lnTo>
                  <a:lnTo>
                    <a:pt x="181" y="541"/>
                  </a:lnTo>
                  <a:lnTo>
                    <a:pt x="167" y="541"/>
                  </a:lnTo>
                  <a:lnTo>
                    <a:pt x="147" y="540"/>
                  </a:lnTo>
                  <a:lnTo>
                    <a:pt x="130" y="539"/>
                  </a:lnTo>
                  <a:lnTo>
                    <a:pt x="112" y="536"/>
                  </a:lnTo>
                  <a:lnTo>
                    <a:pt x="97" y="531"/>
                  </a:lnTo>
                  <a:lnTo>
                    <a:pt x="82" y="526"/>
                  </a:lnTo>
                  <a:lnTo>
                    <a:pt x="69" y="519"/>
                  </a:lnTo>
                  <a:lnTo>
                    <a:pt x="55" y="510"/>
                  </a:lnTo>
                  <a:lnTo>
                    <a:pt x="44" y="501"/>
                  </a:lnTo>
                  <a:lnTo>
                    <a:pt x="34" y="491"/>
                  </a:lnTo>
                  <a:lnTo>
                    <a:pt x="26" y="479"/>
                  </a:lnTo>
                  <a:lnTo>
                    <a:pt x="17" y="466"/>
                  </a:lnTo>
                  <a:lnTo>
                    <a:pt x="11" y="452"/>
                  </a:lnTo>
                  <a:lnTo>
                    <a:pt x="6" y="438"/>
                  </a:lnTo>
                  <a:lnTo>
                    <a:pt x="3" y="421"/>
                  </a:lnTo>
                  <a:lnTo>
                    <a:pt x="1" y="405"/>
                  </a:lnTo>
                  <a:lnTo>
                    <a:pt x="0" y="387"/>
                  </a:lnTo>
                  <a:lnTo>
                    <a:pt x="1" y="377"/>
                  </a:lnTo>
                  <a:lnTo>
                    <a:pt x="1" y="368"/>
                  </a:lnTo>
                  <a:lnTo>
                    <a:pt x="3" y="358"/>
                  </a:lnTo>
                  <a:lnTo>
                    <a:pt x="4" y="349"/>
                  </a:lnTo>
                  <a:lnTo>
                    <a:pt x="6" y="341"/>
                  </a:lnTo>
                  <a:lnTo>
                    <a:pt x="9" y="333"/>
                  </a:lnTo>
                  <a:lnTo>
                    <a:pt x="12" y="324"/>
                  </a:lnTo>
                  <a:lnTo>
                    <a:pt x="16" y="317"/>
                  </a:lnTo>
                  <a:lnTo>
                    <a:pt x="20" y="310"/>
                  </a:lnTo>
                  <a:lnTo>
                    <a:pt x="24" y="303"/>
                  </a:lnTo>
                  <a:lnTo>
                    <a:pt x="30" y="295"/>
                  </a:lnTo>
                  <a:lnTo>
                    <a:pt x="36" y="289"/>
                  </a:lnTo>
                  <a:lnTo>
                    <a:pt x="42" y="283"/>
                  </a:lnTo>
                  <a:lnTo>
                    <a:pt x="48" y="277"/>
                  </a:lnTo>
                  <a:lnTo>
                    <a:pt x="55" y="272"/>
                  </a:lnTo>
                  <a:lnTo>
                    <a:pt x="64" y="266"/>
                  </a:lnTo>
                  <a:lnTo>
                    <a:pt x="80" y="256"/>
                  </a:lnTo>
                  <a:lnTo>
                    <a:pt x="99" y="248"/>
                  </a:lnTo>
                  <a:lnTo>
                    <a:pt x="121" y="241"/>
                  </a:lnTo>
                  <a:lnTo>
                    <a:pt x="143" y="234"/>
                  </a:lnTo>
                  <a:lnTo>
                    <a:pt x="168" y="229"/>
                  </a:lnTo>
                  <a:lnTo>
                    <a:pt x="194" y="225"/>
                  </a:lnTo>
                  <a:lnTo>
                    <a:pt x="223" y="222"/>
                  </a:lnTo>
                  <a:lnTo>
                    <a:pt x="254" y="221"/>
                  </a:lnTo>
                  <a:lnTo>
                    <a:pt x="343" y="218"/>
                  </a:lnTo>
                  <a:lnTo>
                    <a:pt x="343" y="185"/>
                  </a:lnTo>
                  <a:lnTo>
                    <a:pt x="343" y="170"/>
                  </a:lnTo>
                  <a:lnTo>
                    <a:pt x="342" y="157"/>
                  </a:lnTo>
                  <a:lnTo>
                    <a:pt x="340" y="144"/>
                  </a:lnTo>
                  <a:lnTo>
                    <a:pt x="337" y="132"/>
                  </a:lnTo>
                  <a:lnTo>
                    <a:pt x="332" y="121"/>
                  </a:lnTo>
                  <a:lnTo>
                    <a:pt x="328" y="112"/>
                  </a:lnTo>
                  <a:lnTo>
                    <a:pt x="323" y="102"/>
                  </a:lnTo>
                  <a:lnTo>
                    <a:pt x="317" y="95"/>
                  </a:lnTo>
                  <a:lnTo>
                    <a:pt x="310" y="88"/>
                  </a:lnTo>
                  <a:lnTo>
                    <a:pt x="301" y="82"/>
                  </a:lnTo>
                  <a:lnTo>
                    <a:pt x="292" y="76"/>
                  </a:lnTo>
                  <a:lnTo>
                    <a:pt x="282" y="72"/>
                  </a:lnTo>
                  <a:lnTo>
                    <a:pt x="270" y="69"/>
                  </a:lnTo>
                  <a:lnTo>
                    <a:pt x="259" y="67"/>
                  </a:lnTo>
                  <a:lnTo>
                    <a:pt x="246" y="66"/>
                  </a:lnTo>
                  <a:lnTo>
                    <a:pt x="231" y="65"/>
                  </a:lnTo>
                  <a:lnTo>
                    <a:pt x="215" y="66"/>
                  </a:lnTo>
                  <a:lnTo>
                    <a:pt x="198" y="68"/>
                  </a:lnTo>
                  <a:lnTo>
                    <a:pt x="180" y="71"/>
                  </a:lnTo>
                  <a:lnTo>
                    <a:pt x="162" y="75"/>
                  </a:lnTo>
                  <a:lnTo>
                    <a:pt x="143" y="81"/>
                  </a:lnTo>
                  <a:lnTo>
                    <a:pt x="124" y="88"/>
                  </a:lnTo>
                  <a:lnTo>
                    <a:pt x="104" y="96"/>
                  </a:lnTo>
                  <a:lnTo>
                    <a:pt x="83" y="105"/>
                  </a:lnTo>
                  <a:lnTo>
                    <a:pt x="59" y="44"/>
                  </a:lnTo>
                  <a:lnTo>
                    <a:pt x="79" y="35"/>
                  </a:lnTo>
                  <a:lnTo>
                    <a:pt x="100" y="26"/>
                  </a:lnTo>
                  <a:lnTo>
                    <a:pt x="122" y="19"/>
                  </a:lnTo>
                  <a:lnTo>
                    <a:pt x="143" y="11"/>
                  </a:lnTo>
                  <a:lnTo>
                    <a:pt x="167" y="6"/>
                  </a:lnTo>
                  <a:lnTo>
                    <a:pt x="190" y="3"/>
                  </a:lnTo>
                  <a:lnTo>
                    <a:pt x="214" y="1"/>
                  </a:lnTo>
                  <a:lnTo>
                    <a:pt x="236" y="0"/>
                  </a:lnTo>
                  <a:lnTo>
                    <a:pt x="259" y="1"/>
                  </a:lnTo>
                  <a:lnTo>
                    <a:pt x="280" y="2"/>
                  </a:lnTo>
                  <a:lnTo>
                    <a:pt x="299" y="6"/>
                  </a:lnTo>
                  <a:lnTo>
                    <a:pt x="318" y="10"/>
                  </a:lnTo>
                  <a:lnTo>
                    <a:pt x="335" y="16"/>
                  </a:lnTo>
                  <a:lnTo>
                    <a:pt x="350" y="24"/>
                  </a:lnTo>
                  <a:lnTo>
                    <a:pt x="363" y="32"/>
                  </a:lnTo>
                  <a:lnTo>
                    <a:pt x="375" y="41"/>
                  </a:lnTo>
                  <a:lnTo>
                    <a:pt x="381" y="46"/>
                  </a:lnTo>
                  <a:lnTo>
                    <a:pt x="386" y="53"/>
                  </a:lnTo>
                  <a:lnTo>
                    <a:pt x="390" y="59"/>
                  </a:lnTo>
                  <a:lnTo>
                    <a:pt x="396" y="65"/>
                  </a:lnTo>
                  <a:lnTo>
                    <a:pt x="403" y="79"/>
                  </a:lnTo>
                  <a:lnTo>
                    <a:pt x="409" y="95"/>
                  </a:lnTo>
                  <a:lnTo>
                    <a:pt x="414" y="113"/>
                  </a:lnTo>
                  <a:lnTo>
                    <a:pt x="417" y="132"/>
                  </a:lnTo>
                  <a:lnTo>
                    <a:pt x="419" y="153"/>
                  </a:lnTo>
                  <a:lnTo>
                    <a:pt x="420" y="175"/>
                  </a:lnTo>
                  <a:lnTo>
                    <a:pt x="420" y="532"/>
                  </a:lnTo>
                  <a:lnTo>
                    <a:pt x="361" y="532"/>
                  </a:lnTo>
                  <a:close/>
                  <a:moveTo>
                    <a:pt x="183" y="476"/>
                  </a:moveTo>
                  <a:lnTo>
                    <a:pt x="200" y="475"/>
                  </a:lnTo>
                  <a:lnTo>
                    <a:pt x="218" y="473"/>
                  </a:lnTo>
                  <a:lnTo>
                    <a:pt x="233" y="470"/>
                  </a:lnTo>
                  <a:lnTo>
                    <a:pt x="249" y="466"/>
                  </a:lnTo>
                  <a:lnTo>
                    <a:pt x="262" y="460"/>
                  </a:lnTo>
                  <a:lnTo>
                    <a:pt x="276" y="453"/>
                  </a:lnTo>
                  <a:lnTo>
                    <a:pt x="288" y="445"/>
                  </a:lnTo>
                  <a:lnTo>
                    <a:pt x="298" y="435"/>
                  </a:lnTo>
                  <a:lnTo>
                    <a:pt x="309" y="425"/>
                  </a:lnTo>
                  <a:lnTo>
                    <a:pt x="317" y="413"/>
                  </a:lnTo>
                  <a:lnTo>
                    <a:pt x="324" y="401"/>
                  </a:lnTo>
                  <a:lnTo>
                    <a:pt x="330" y="386"/>
                  </a:lnTo>
                  <a:lnTo>
                    <a:pt x="336" y="372"/>
                  </a:lnTo>
                  <a:lnTo>
                    <a:pt x="339" y="356"/>
                  </a:lnTo>
                  <a:lnTo>
                    <a:pt x="341" y="340"/>
                  </a:lnTo>
                  <a:lnTo>
                    <a:pt x="341" y="321"/>
                  </a:lnTo>
                  <a:lnTo>
                    <a:pt x="341" y="275"/>
                  </a:lnTo>
                  <a:lnTo>
                    <a:pt x="261" y="278"/>
                  </a:lnTo>
                  <a:lnTo>
                    <a:pt x="238" y="279"/>
                  </a:lnTo>
                  <a:lnTo>
                    <a:pt x="218" y="281"/>
                  </a:lnTo>
                  <a:lnTo>
                    <a:pt x="198" y="284"/>
                  </a:lnTo>
                  <a:lnTo>
                    <a:pt x="181" y="287"/>
                  </a:lnTo>
                  <a:lnTo>
                    <a:pt x="164" y="291"/>
                  </a:lnTo>
                  <a:lnTo>
                    <a:pt x="150" y="295"/>
                  </a:lnTo>
                  <a:lnTo>
                    <a:pt x="136" y="301"/>
                  </a:lnTo>
                  <a:lnTo>
                    <a:pt x="125" y="307"/>
                  </a:lnTo>
                  <a:lnTo>
                    <a:pt x="115" y="314"/>
                  </a:lnTo>
                  <a:lnTo>
                    <a:pt x="107" y="322"/>
                  </a:lnTo>
                  <a:lnTo>
                    <a:pt x="100" y="331"/>
                  </a:lnTo>
                  <a:lnTo>
                    <a:pt x="94" y="341"/>
                  </a:lnTo>
                  <a:lnTo>
                    <a:pt x="90" y="351"/>
                  </a:lnTo>
                  <a:lnTo>
                    <a:pt x="85" y="363"/>
                  </a:lnTo>
                  <a:lnTo>
                    <a:pt x="84" y="375"/>
                  </a:lnTo>
                  <a:lnTo>
                    <a:pt x="83" y="388"/>
                  </a:lnTo>
                  <a:lnTo>
                    <a:pt x="83" y="399"/>
                  </a:lnTo>
                  <a:lnTo>
                    <a:pt x="85" y="408"/>
                  </a:lnTo>
                  <a:lnTo>
                    <a:pt x="88" y="417"/>
                  </a:lnTo>
                  <a:lnTo>
                    <a:pt x="90" y="426"/>
                  </a:lnTo>
                  <a:lnTo>
                    <a:pt x="94" y="434"/>
                  </a:lnTo>
                  <a:lnTo>
                    <a:pt x="98" y="441"/>
                  </a:lnTo>
                  <a:lnTo>
                    <a:pt x="103" y="447"/>
                  </a:lnTo>
                  <a:lnTo>
                    <a:pt x="109" y="453"/>
                  </a:lnTo>
                  <a:lnTo>
                    <a:pt x="116" y="459"/>
                  </a:lnTo>
                  <a:lnTo>
                    <a:pt x="124" y="463"/>
                  </a:lnTo>
                  <a:lnTo>
                    <a:pt x="132" y="467"/>
                  </a:lnTo>
                  <a:lnTo>
                    <a:pt x="140" y="470"/>
                  </a:lnTo>
                  <a:lnTo>
                    <a:pt x="151" y="473"/>
                  </a:lnTo>
                  <a:lnTo>
                    <a:pt x="160" y="474"/>
                  </a:lnTo>
                  <a:lnTo>
                    <a:pt x="171" y="475"/>
                  </a:lnTo>
                  <a:lnTo>
                    <a:pt x="183" y="4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22"/>
            <p:cNvSpPr/>
            <p:nvPr/>
          </p:nvSpPr>
          <p:spPr>
            <a:xfrm>
              <a:off x="323" y="3120"/>
              <a:ext cx="16" cy="23"/>
            </a:xfrm>
            <a:custGeom>
              <a:avLst/>
              <a:gdLst/>
              <a:ahLst/>
              <a:cxnLst/>
              <a:rect l="l" t="t" r="r" b="b"/>
              <a:pathLst>
                <a:path w="381" h="524" extrusionOk="0">
                  <a:moveTo>
                    <a:pt x="381" y="524"/>
                  </a:moveTo>
                  <a:lnTo>
                    <a:pt x="0" y="524"/>
                  </a:lnTo>
                  <a:lnTo>
                    <a:pt x="0" y="469"/>
                  </a:lnTo>
                  <a:lnTo>
                    <a:pt x="286" y="62"/>
                  </a:lnTo>
                  <a:lnTo>
                    <a:pt x="18" y="62"/>
                  </a:lnTo>
                  <a:lnTo>
                    <a:pt x="18" y="0"/>
                  </a:lnTo>
                  <a:lnTo>
                    <a:pt x="373" y="0"/>
                  </a:lnTo>
                  <a:lnTo>
                    <a:pt x="373" y="62"/>
                  </a:lnTo>
                  <a:lnTo>
                    <a:pt x="91" y="462"/>
                  </a:lnTo>
                  <a:lnTo>
                    <a:pt x="381" y="462"/>
                  </a:lnTo>
                  <a:lnTo>
                    <a:pt x="381" y="52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22"/>
            <p:cNvSpPr/>
            <p:nvPr/>
          </p:nvSpPr>
          <p:spPr>
            <a:xfrm>
              <a:off x="343" y="3119"/>
              <a:ext cx="21" cy="24"/>
            </a:xfrm>
            <a:custGeom>
              <a:avLst/>
              <a:gdLst/>
              <a:ahLst/>
              <a:cxnLst/>
              <a:rect l="l" t="t" r="r" b="b"/>
              <a:pathLst>
                <a:path w="481" h="542" extrusionOk="0">
                  <a:moveTo>
                    <a:pt x="481" y="271"/>
                  </a:moveTo>
                  <a:lnTo>
                    <a:pt x="480" y="286"/>
                  </a:lnTo>
                  <a:lnTo>
                    <a:pt x="480" y="302"/>
                  </a:lnTo>
                  <a:lnTo>
                    <a:pt x="478" y="317"/>
                  </a:lnTo>
                  <a:lnTo>
                    <a:pt x="477" y="332"/>
                  </a:lnTo>
                  <a:lnTo>
                    <a:pt x="475" y="345"/>
                  </a:lnTo>
                  <a:lnTo>
                    <a:pt x="472" y="358"/>
                  </a:lnTo>
                  <a:lnTo>
                    <a:pt x="469" y="372"/>
                  </a:lnTo>
                  <a:lnTo>
                    <a:pt x="465" y="384"/>
                  </a:lnTo>
                  <a:lnTo>
                    <a:pt x="461" y="397"/>
                  </a:lnTo>
                  <a:lnTo>
                    <a:pt x="455" y="409"/>
                  </a:lnTo>
                  <a:lnTo>
                    <a:pt x="450" y="420"/>
                  </a:lnTo>
                  <a:lnTo>
                    <a:pt x="445" y="431"/>
                  </a:lnTo>
                  <a:lnTo>
                    <a:pt x="438" y="442"/>
                  </a:lnTo>
                  <a:lnTo>
                    <a:pt x="432" y="451"/>
                  </a:lnTo>
                  <a:lnTo>
                    <a:pt x="424" y="462"/>
                  </a:lnTo>
                  <a:lnTo>
                    <a:pt x="416" y="471"/>
                  </a:lnTo>
                  <a:lnTo>
                    <a:pt x="408" y="479"/>
                  </a:lnTo>
                  <a:lnTo>
                    <a:pt x="400" y="488"/>
                  </a:lnTo>
                  <a:lnTo>
                    <a:pt x="390" y="495"/>
                  </a:lnTo>
                  <a:lnTo>
                    <a:pt x="381" y="502"/>
                  </a:lnTo>
                  <a:lnTo>
                    <a:pt x="372" y="508"/>
                  </a:lnTo>
                  <a:lnTo>
                    <a:pt x="361" y="514"/>
                  </a:lnTo>
                  <a:lnTo>
                    <a:pt x="350" y="520"/>
                  </a:lnTo>
                  <a:lnTo>
                    <a:pt x="340" y="525"/>
                  </a:lnTo>
                  <a:lnTo>
                    <a:pt x="328" y="529"/>
                  </a:lnTo>
                  <a:lnTo>
                    <a:pt x="317" y="532"/>
                  </a:lnTo>
                  <a:lnTo>
                    <a:pt x="305" y="535"/>
                  </a:lnTo>
                  <a:lnTo>
                    <a:pt x="292" y="538"/>
                  </a:lnTo>
                  <a:lnTo>
                    <a:pt x="279" y="540"/>
                  </a:lnTo>
                  <a:lnTo>
                    <a:pt x="265" y="541"/>
                  </a:lnTo>
                  <a:lnTo>
                    <a:pt x="252" y="542"/>
                  </a:lnTo>
                  <a:lnTo>
                    <a:pt x="238" y="542"/>
                  </a:lnTo>
                  <a:lnTo>
                    <a:pt x="221" y="542"/>
                  </a:lnTo>
                  <a:lnTo>
                    <a:pt x="204" y="540"/>
                  </a:lnTo>
                  <a:lnTo>
                    <a:pt x="188" y="538"/>
                  </a:lnTo>
                  <a:lnTo>
                    <a:pt x="171" y="534"/>
                  </a:lnTo>
                  <a:lnTo>
                    <a:pt x="157" y="530"/>
                  </a:lnTo>
                  <a:lnTo>
                    <a:pt x="141" y="524"/>
                  </a:lnTo>
                  <a:lnTo>
                    <a:pt x="127" y="517"/>
                  </a:lnTo>
                  <a:lnTo>
                    <a:pt x="113" y="509"/>
                  </a:lnTo>
                  <a:lnTo>
                    <a:pt x="100" y="501"/>
                  </a:lnTo>
                  <a:lnTo>
                    <a:pt x="87" y="491"/>
                  </a:lnTo>
                  <a:lnTo>
                    <a:pt x="76" y="480"/>
                  </a:lnTo>
                  <a:lnTo>
                    <a:pt x="65" y="469"/>
                  </a:lnTo>
                  <a:lnTo>
                    <a:pt x="54" y="457"/>
                  </a:lnTo>
                  <a:lnTo>
                    <a:pt x="45" y="444"/>
                  </a:lnTo>
                  <a:lnTo>
                    <a:pt x="37" y="430"/>
                  </a:lnTo>
                  <a:lnTo>
                    <a:pt x="29" y="415"/>
                  </a:lnTo>
                  <a:lnTo>
                    <a:pt x="22" y="399"/>
                  </a:lnTo>
                  <a:lnTo>
                    <a:pt x="16" y="383"/>
                  </a:lnTo>
                  <a:lnTo>
                    <a:pt x="11" y="366"/>
                  </a:lnTo>
                  <a:lnTo>
                    <a:pt x="7" y="348"/>
                  </a:lnTo>
                  <a:lnTo>
                    <a:pt x="4" y="329"/>
                  </a:lnTo>
                  <a:lnTo>
                    <a:pt x="1" y="311"/>
                  </a:lnTo>
                  <a:lnTo>
                    <a:pt x="0" y="291"/>
                  </a:lnTo>
                  <a:lnTo>
                    <a:pt x="0" y="271"/>
                  </a:lnTo>
                  <a:lnTo>
                    <a:pt x="0" y="255"/>
                  </a:lnTo>
                  <a:lnTo>
                    <a:pt x="1" y="240"/>
                  </a:lnTo>
                  <a:lnTo>
                    <a:pt x="2" y="224"/>
                  </a:lnTo>
                  <a:lnTo>
                    <a:pt x="4" y="210"/>
                  </a:lnTo>
                  <a:lnTo>
                    <a:pt x="6" y="196"/>
                  </a:lnTo>
                  <a:lnTo>
                    <a:pt x="8" y="183"/>
                  </a:lnTo>
                  <a:lnTo>
                    <a:pt x="12" y="169"/>
                  </a:lnTo>
                  <a:lnTo>
                    <a:pt x="15" y="157"/>
                  </a:lnTo>
                  <a:lnTo>
                    <a:pt x="19" y="145"/>
                  </a:lnTo>
                  <a:lnTo>
                    <a:pt x="24" y="133"/>
                  </a:lnTo>
                  <a:lnTo>
                    <a:pt x="30" y="122"/>
                  </a:lnTo>
                  <a:lnTo>
                    <a:pt x="36" y="110"/>
                  </a:lnTo>
                  <a:lnTo>
                    <a:pt x="42" y="100"/>
                  </a:lnTo>
                  <a:lnTo>
                    <a:pt x="48" y="90"/>
                  </a:lnTo>
                  <a:lnTo>
                    <a:pt x="55" y="80"/>
                  </a:lnTo>
                  <a:lnTo>
                    <a:pt x="64" y="71"/>
                  </a:lnTo>
                  <a:lnTo>
                    <a:pt x="72" y="63"/>
                  </a:lnTo>
                  <a:lnTo>
                    <a:pt x="80" y="55"/>
                  </a:lnTo>
                  <a:lnTo>
                    <a:pt x="90" y="47"/>
                  </a:lnTo>
                  <a:lnTo>
                    <a:pt x="99" y="40"/>
                  </a:lnTo>
                  <a:lnTo>
                    <a:pt x="108" y="34"/>
                  </a:lnTo>
                  <a:lnTo>
                    <a:pt x="118" y="28"/>
                  </a:lnTo>
                  <a:lnTo>
                    <a:pt x="129" y="23"/>
                  </a:lnTo>
                  <a:lnTo>
                    <a:pt x="140" y="17"/>
                  </a:lnTo>
                  <a:lnTo>
                    <a:pt x="152" y="13"/>
                  </a:lnTo>
                  <a:lnTo>
                    <a:pt x="163" y="10"/>
                  </a:lnTo>
                  <a:lnTo>
                    <a:pt x="175" y="7"/>
                  </a:lnTo>
                  <a:lnTo>
                    <a:pt x="188" y="4"/>
                  </a:lnTo>
                  <a:lnTo>
                    <a:pt x="200" y="2"/>
                  </a:lnTo>
                  <a:lnTo>
                    <a:pt x="214" y="1"/>
                  </a:lnTo>
                  <a:lnTo>
                    <a:pt x="227" y="0"/>
                  </a:lnTo>
                  <a:lnTo>
                    <a:pt x="241" y="0"/>
                  </a:lnTo>
                  <a:lnTo>
                    <a:pt x="255" y="0"/>
                  </a:lnTo>
                  <a:lnTo>
                    <a:pt x="268" y="1"/>
                  </a:lnTo>
                  <a:lnTo>
                    <a:pt x="281" y="2"/>
                  </a:lnTo>
                  <a:lnTo>
                    <a:pt x="293" y="4"/>
                  </a:lnTo>
                  <a:lnTo>
                    <a:pt x="306" y="7"/>
                  </a:lnTo>
                  <a:lnTo>
                    <a:pt x="318" y="10"/>
                  </a:lnTo>
                  <a:lnTo>
                    <a:pt x="329" y="13"/>
                  </a:lnTo>
                  <a:lnTo>
                    <a:pt x="340" y="18"/>
                  </a:lnTo>
                  <a:lnTo>
                    <a:pt x="351" y="23"/>
                  </a:lnTo>
                  <a:lnTo>
                    <a:pt x="361" y="29"/>
                  </a:lnTo>
                  <a:lnTo>
                    <a:pt x="371" y="34"/>
                  </a:lnTo>
                  <a:lnTo>
                    <a:pt x="381" y="41"/>
                  </a:lnTo>
                  <a:lnTo>
                    <a:pt x="390" y="48"/>
                  </a:lnTo>
                  <a:lnTo>
                    <a:pt x="400" y="56"/>
                  </a:lnTo>
                  <a:lnTo>
                    <a:pt x="408" y="64"/>
                  </a:lnTo>
                  <a:lnTo>
                    <a:pt x="416" y="73"/>
                  </a:lnTo>
                  <a:lnTo>
                    <a:pt x="424" y="83"/>
                  </a:lnTo>
                  <a:lnTo>
                    <a:pt x="432" y="92"/>
                  </a:lnTo>
                  <a:lnTo>
                    <a:pt x="438" y="102"/>
                  </a:lnTo>
                  <a:lnTo>
                    <a:pt x="444" y="113"/>
                  </a:lnTo>
                  <a:lnTo>
                    <a:pt x="450" y="124"/>
                  </a:lnTo>
                  <a:lnTo>
                    <a:pt x="455" y="135"/>
                  </a:lnTo>
                  <a:lnTo>
                    <a:pt x="461" y="147"/>
                  </a:lnTo>
                  <a:lnTo>
                    <a:pt x="465" y="159"/>
                  </a:lnTo>
                  <a:lnTo>
                    <a:pt x="469" y="171"/>
                  </a:lnTo>
                  <a:lnTo>
                    <a:pt x="472" y="185"/>
                  </a:lnTo>
                  <a:lnTo>
                    <a:pt x="475" y="197"/>
                  </a:lnTo>
                  <a:lnTo>
                    <a:pt x="477" y="212"/>
                  </a:lnTo>
                  <a:lnTo>
                    <a:pt x="478" y="226"/>
                  </a:lnTo>
                  <a:lnTo>
                    <a:pt x="480" y="241"/>
                  </a:lnTo>
                  <a:lnTo>
                    <a:pt x="480" y="255"/>
                  </a:lnTo>
                  <a:lnTo>
                    <a:pt x="481" y="271"/>
                  </a:lnTo>
                  <a:close/>
                  <a:moveTo>
                    <a:pt x="81" y="271"/>
                  </a:moveTo>
                  <a:lnTo>
                    <a:pt x="82" y="295"/>
                  </a:lnTo>
                  <a:lnTo>
                    <a:pt x="84" y="318"/>
                  </a:lnTo>
                  <a:lnTo>
                    <a:pt x="87" y="339"/>
                  </a:lnTo>
                  <a:lnTo>
                    <a:pt x="92" y="359"/>
                  </a:lnTo>
                  <a:lnTo>
                    <a:pt x="97" y="377"/>
                  </a:lnTo>
                  <a:lnTo>
                    <a:pt x="104" y="395"/>
                  </a:lnTo>
                  <a:lnTo>
                    <a:pt x="112" y="410"/>
                  </a:lnTo>
                  <a:lnTo>
                    <a:pt x="122" y="423"/>
                  </a:lnTo>
                  <a:lnTo>
                    <a:pt x="132" y="436"/>
                  </a:lnTo>
                  <a:lnTo>
                    <a:pt x="144" y="446"/>
                  </a:lnTo>
                  <a:lnTo>
                    <a:pt x="157" y="455"/>
                  </a:lnTo>
                  <a:lnTo>
                    <a:pt x="171" y="463"/>
                  </a:lnTo>
                  <a:lnTo>
                    <a:pt x="187" y="469"/>
                  </a:lnTo>
                  <a:lnTo>
                    <a:pt x="203" y="473"/>
                  </a:lnTo>
                  <a:lnTo>
                    <a:pt x="221" y="475"/>
                  </a:lnTo>
                  <a:lnTo>
                    <a:pt x="240" y="476"/>
                  </a:lnTo>
                  <a:lnTo>
                    <a:pt x="259" y="475"/>
                  </a:lnTo>
                  <a:lnTo>
                    <a:pt x="277" y="473"/>
                  </a:lnTo>
                  <a:lnTo>
                    <a:pt x="293" y="469"/>
                  </a:lnTo>
                  <a:lnTo>
                    <a:pt x="309" y="463"/>
                  </a:lnTo>
                  <a:lnTo>
                    <a:pt x="323" y="455"/>
                  </a:lnTo>
                  <a:lnTo>
                    <a:pt x="336" y="446"/>
                  </a:lnTo>
                  <a:lnTo>
                    <a:pt x="348" y="436"/>
                  </a:lnTo>
                  <a:lnTo>
                    <a:pt x="358" y="423"/>
                  </a:lnTo>
                  <a:lnTo>
                    <a:pt x="368" y="410"/>
                  </a:lnTo>
                  <a:lnTo>
                    <a:pt x="376" y="395"/>
                  </a:lnTo>
                  <a:lnTo>
                    <a:pt x="383" y="378"/>
                  </a:lnTo>
                  <a:lnTo>
                    <a:pt x="388" y="359"/>
                  </a:lnTo>
                  <a:lnTo>
                    <a:pt x="393" y="340"/>
                  </a:lnTo>
                  <a:lnTo>
                    <a:pt x="396" y="318"/>
                  </a:lnTo>
                  <a:lnTo>
                    <a:pt x="398" y="295"/>
                  </a:lnTo>
                  <a:lnTo>
                    <a:pt x="399" y="271"/>
                  </a:lnTo>
                  <a:lnTo>
                    <a:pt x="398" y="247"/>
                  </a:lnTo>
                  <a:lnTo>
                    <a:pt x="396" y="224"/>
                  </a:lnTo>
                  <a:lnTo>
                    <a:pt x="393" y="202"/>
                  </a:lnTo>
                  <a:lnTo>
                    <a:pt x="388" y="183"/>
                  </a:lnTo>
                  <a:lnTo>
                    <a:pt x="383" y="165"/>
                  </a:lnTo>
                  <a:lnTo>
                    <a:pt x="376" y="148"/>
                  </a:lnTo>
                  <a:lnTo>
                    <a:pt x="368" y="133"/>
                  </a:lnTo>
                  <a:lnTo>
                    <a:pt x="358" y="119"/>
                  </a:lnTo>
                  <a:lnTo>
                    <a:pt x="348" y="107"/>
                  </a:lnTo>
                  <a:lnTo>
                    <a:pt x="336" y="96"/>
                  </a:lnTo>
                  <a:lnTo>
                    <a:pt x="322" y="88"/>
                  </a:lnTo>
                  <a:lnTo>
                    <a:pt x="309" y="80"/>
                  </a:lnTo>
                  <a:lnTo>
                    <a:pt x="293" y="74"/>
                  </a:lnTo>
                  <a:lnTo>
                    <a:pt x="276" y="70"/>
                  </a:lnTo>
                  <a:lnTo>
                    <a:pt x="258" y="68"/>
                  </a:lnTo>
                  <a:lnTo>
                    <a:pt x="239" y="67"/>
                  </a:lnTo>
                  <a:lnTo>
                    <a:pt x="220" y="68"/>
                  </a:lnTo>
                  <a:lnTo>
                    <a:pt x="202" y="70"/>
                  </a:lnTo>
                  <a:lnTo>
                    <a:pt x="186" y="74"/>
                  </a:lnTo>
                  <a:lnTo>
                    <a:pt x="170" y="80"/>
                  </a:lnTo>
                  <a:lnTo>
                    <a:pt x="157" y="87"/>
                  </a:lnTo>
                  <a:lnTo>
                    <a:pt x="143" y="96"/>
                  </a:lnTo>
                  <a:lnTo>
                    <a:pt x="132" y="106"/>
                  </a:lnTo>
                  <a:lnTo>
                    <a:pt x="122" y="119"/>
                  </a:lnTo>
                  <a:lnTo>
                    <a:pt x="112" y="132"/>
                  </a:lnTo>
                  <a:lnTo>
                    <a:pt x="104" y="147"/>
                  </a:lnTo>
                  <a:lnTo>
                    <a:pt x="97" y="164"/>
                  </a:lnTo>
                  <a:lnTo>
                    <a:pt x="92" y="182"/>
                  </a:lnTo>
                  <a:lnTo>
                    <a:pt x="87" y="201"/>
                  </a:lnTo>
                  <a:lnTo>
                    <a:pt x="84" y="223"/>
                  </a:lnTo>
                  <a:lnTo>
                    <a:pt x="82" y="246"/>
                  </a:lnTo>
                  <a:lnTo>
                    <a:pt x="81" y="27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22"/>
            <p:cNvSpPr/>
            <p:nvPr/>
          </p:nvSpPr>
          <p:spPr>
            <a:xfrm>
              <a:off x="370" y="3119"/>
              <a:ext cx="19" cy="24"/>
            </a:xfrm>
            <a:custGeom>
              <a:avLst/>
              <a:gdLst/>
              <a:ahLst/>
              <a:cxnLst/>
              <a:rect l="l" t="t" r="r" b="b"/>
              <a:pathLst>
                <a:path w="438" h="533" extrusionOk="0">
                  <a:moveTo>
                    <a:pt x="359" y="533"/>
                  </a:moveTo>
                  <a:lnTo>
                    <a:pt x="359" y="194"/>
                  </a:lnTo>
                  <a:lnTo>
                    <a:pt x="358" y="179"/>
                  </a:lnTo>
                  <a:lnTo>
                    <a:pt x="357" y="164"/>
                  </a:lnTo>
                  <a:lnTo>
                    <a:pt x="355" y="151"/>
                  </a:lnTo>
                  <a:lnTo>
                    <a:pt x="352" y="138"/>
                  </a:lnTo>
                  <a:lnTo>
                    <a:pt x="348" y="127"/>
                  </a:lnTo>
                  <a:lnTo>
                    <a:pt x="343" y="117"/>
                  </a:lnTo>
                  <a:lnTo>
                    <a:pt x="337" y="107"/>
                  </a:lnTo>
                  <a:lnTo>
                    <a:pt x="329" y="99"/>
                  </a:lnTo>
                  <a:lnTo>
                    <a:pt x="322" y="92"/>
                  </a:lnTo>
                  <a:lnTo>
                    <a:pt x="313" y="85"/>
                  </a:lnTo>
                  <a:lnTo>
                    <a:pt x="304" y="79"/>
                  </a:lnTo>
                  <a:lnTo>
                    <a:pt x="292" y="75"/>
                  </a:lnTo>
                  <a:lnTo>
                    <a:pt x="281" y="71"/>
                  </a:lnTo>
                  <a:lnTo>
                    <a:pt x="267" y="69"/>
                  </a:lnTo>
                  <a:lnTo>
                    <a:pt x="253" y="68"/>
                  </a:lnTo>
                  <a:lnTo>
                    <a:pt x="238" y="67"/>
                  </a:lnTo>
                  <a:lnTo>
                    <a:pt x="219" y="68"/>
                  </a:lnTo>
                  <a:lnTo>
                    <a:pt x="200" y="70"/>
                  </a:lnTo>
                  <a:lnTo>
                    <a:pt x="183" y="73"/>
                  </a:lnTo>
                  <a:lnTo>
                    <a:pt x="167" y="78"/>
                  </a:lnTo>
                  <a:lnTo>
                    <a:pt x="153" y="85"/>
                  </a:lnTo>
                  <a:lnTo>
                    <a:pt x="139" y="92"/>
                  </a:lnTo>
                  <a:lnTo>
                    <a:pt x="128" y="101"/>
                  </a:lnTo>
                  <a:lnTo>
                    <a:pt x="118" y="111"/>
                  </a:lnTo>
                  <a:lnTo>
                    <a:pt x="109" y="124"/>
                  </a:lnTo>
                  <a:lnTo>
                    <a:pt x="101" y="137"/>
                  </a:lnTo>
                  <a:lnTo>
                    <a:pt x="95" y="153"/>
                  </a:lnTo>
                  <a:lnTo>
                    <a:pt x="89" y="170"/>
                  </a:lnTo>
                  <a:lnTo>
                    <a:pt x="84" y="190"/>
                  </a:lnTo>
                  <a:lnTo>
                    <a:pt x="81" y="211"/>
                  </a:lnTo>
                  <a:lnTo>
                    <a:pt x="80" y="233"/>
                  </a:lnTo>
                  <a:lnTo>
                    <a:pt x="79" y="258"/>
                  </a:lnTo>
                  <a:lnTo>
                    <a:pt x="79" y="533"/>
                  </a:lnTo>
                  <a:lnTo>
                    <a:pt x="0" y="533"/>
                  </a:lnTo>
                  <a:lnTo>
                    <a:pt x="0" y="9"/>
                  </a:lnTo>
                  <a:lnTo>
                    <a:pt x="65" y="9"/>
                  </a:lnTo>
                  <a:lnTo>
                    <a:pt x="77" y="80"/>
                  </a:lnTo>
                  <a:lnTo>
                    <a:pt x="81" y="80"/>
                  </a:lnTo>
                  <a:lnTo>
                    <a:pt x="88" y="71"/>
                  </a:lnTo>
                  <a:lnTo>
                    <a:pt x="95" y="63"/>
                  </a:lnTo>
                  <a:lnTo>
                    <a:pt x="102" y="55"/>
                  </a:lnTo>
                  <a:lnTo>
                    <a:pt x="110" y="46"/>
                  </a:lnTo>
                  <a:lnTo>
                    <a:pt x="120" y="39"/>
                  </a:lnTo>
                  <a:lnTo>
                    <a:pt x="129" y="33"/>
                  </a:lnTo>
                  <a:lnTo>
                    <a:pt x="139" y="27"/>
                  </a:lnTo>
                  <a:lnTo>
                    <a:pt x="150" y="21"/>
                  </a:lnTo>
                  <a:lnTo>
                    <a:pt x="161" y="16"/>
                  </a:lnTo>
                  <a:lnTo>
                    <a:pt x="172" y="11"/>
                  </a:lnTo>
                  <a:lnTo>
                    <a:pt x="185" y="8"/>
                  </a:lnTo>
                  <a:lnTo>
                    <a:pt x="196" y="5"/>
                  </a:lnTo>
                  <a:lnTo>
                    <a:pt x="209" y="3"/>
                  </a:lnTo>
                  <a:lnTo>
                    <a:pt x="222" y="1"/>
                  </a:lnTo>
                  <a:lnTo>
                    <a:pt x="234" y="0"/>
                  </a:lnTo>
                  <a:lnTo>
                    <a:pt x="248" y="0"/>
                  </a:lnTo>
                  <a:lnTo>
                    <a:pt x="271" y="1"/>
                  </a:lnTo>
                  <a:lnTo>
                    <a:pt x="292" y="3"/>
                  </a:lnTo>
                  <a:lnTo>
                    <a:pt x="313" y="6"/>
                  </a:lnTo>
                  <a:lnTo>
                    <a:pt x="330" y="11"/>
                  </a:lnTo>
                  <a:lnTo>
                    <a:pt x="348" y="17"/>
                  </a:lnTo>
                  <a:lnTo>
                    <a:pt x="364" y="26"/>
                  </a:lnTo>
                  <a:lnTo>
                    <a:pt x="378" y="35"/>
                  </a:lnTo>
                  <a:lnTo>
                    <a:pt x="390" y="45"/>
                  </a:lnTo>
                  <a:lnTo>
                    <a:pt x="397" y="52"/>
                  </a:lnTo>
                  <a:lnTo>
                    <a:pt x="402" y="58"/>
                  </a:lnTo>
                  <a:lnTo>
                    <a:pt x="407" y="64"/>
                  </a:lnTo>
                  <a:lnTo>
                    <a:pt x="411" y="71"/>
                  </a:lnTo>
                  <a:lnTo>
                    <a:pt x="416" y="79"/>
                  </a:lnTo>
                  <a:lnTo>
                    <a:pt x="419" y="88"/>
                  </a:lnTo>
                  <a:lnTo>
                    <a:pt x="424" y="96"/>
                  </a:lnTo>
                  <a:lnTo>
                    <a:pt x="427" y="104"/>
                  </a:lnTo>
                  <a:lnTo>
                    <a:pt x="432" y="124"/>
                  </a:lnTo>
                  <a:lnTo>
                    <a:pt x="435" y="145"/>
                  </a:lnTo>
                  <a:lnTo>
                    <a:pt x="438" y="167"/>
                  </a:lnTo>
                  <a:lnTo>
                    <a:pt x="438" y="191"/>
                  </a:lnTo>
                  <a:lnTo>
                    <a:pt x="438" y="533"/>
                  </a:lnTo>
                  <a:lnTo>
                    <a:pt x="359" y="5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22"/>
            <p:cNvSpPr/>
            <p:nvPr/>
          </p:nvSpPr>
          <p:spPr>
            <a:xfrm>
              <a:off x="395" y="3119"/>
              <a:ext cx="18" cy="24"/>
            </a:xfrm>
            <a:custGeom>
              <a:avLst/>
              <a:gdLst/>
              <a:ahLst/>
              <a:cxnLst/>
              <a:rect l="l" t="t" r="r" b="b"/>
              <a:pathLst>
                <a:path w="421" h="541" extrusionOk="0">
                  <a:moveTo>
                    <a:pt x="362" y="532"/>
                  </a:moveTo>
                  <a:lnTo>
                    <a:pt x="346" y="458"/>
                  </a:lnTo>
                  <a:lnTo>
                    <a:pt x="342" y="458"/>
                  </a:lnTo>
                  <a:lnTo>
                    <a:pt x="332" y="469"/>
                  </a:lnTo>
                  <a:lnTo>
                    <a:pt x="322" y="479"/>
                  </a:lnTo>
                  <a:lnTo>
                    <a:pt x="312" y="490"/>
                  </a:lnTo>
                  <a:lnTo>
                    <a:pt x="303" y="498"/>
                  </a:lnTo>
                  <a:lnTo>
                    <a:pt x="294" y="506"/>
                  </a:lnTo>
                  <a:lnTo>
                    <a:pt x="283" y="513"/>
                  </a:lnTo>
                  <a:lnTo>
                    <a:pt x="274" y="519"/>
                  </a:lnTo>
                  <a:lnTo>
                    <a:pt x="264" y="524"/>
                  </a:lnTo>
                  <a:lnTo>
                    <a:pt x="254" y="528"/>
                  </a:lnTo>
                  <a:lnTo>
                    <a:pt x="243" y="532"/>
                  </a:lnTo>
                  <a:lnTo>
                    <a:pt x="232" y="534"/>
                  </a:lnTo>
                  <a:lnTo>
                    <a:pt x="220" y="537"/>
                  </a:lnTo>
                  <a:lnTo>
                    <a:pt x="208" y="539"/>
                  </a:lnTo>
                  <a:lnTo>
                    <a:pt x="194" y="540"/>
                  </a:lnTo>
                  <a:lnTo>
                    <a:pt x="181" y="541"/>
                  </a:lnTo>
                  <a:lnTo>
                    <a:pt x="166" y="541"/>
                  </a:lnTo>
                  <a:lnTo>
                    <a:pt x="148" y="540"/>
                  </a:lnTo>
                  <a:lnTo>
                    <a:pt x="129" y="539"/>
                  </a:lnTo>
                  <a:lnTo>
                    <a:pt x="113" y="536"/>
                  </a:lnTo>
                  <a:lnTo>
                    <a:pt x="97" y="531"/>
                  </a:lnTo>
                  <a:lnTo>
                    <a:pt x="83" y="526"/>
                  </a:lnTo>
                  <a:lnTo>
                    <a:pt x="68" y="519"/>
                  </a:lnTo>
                  <a:lnTo>
                    <a:pt x="56" y="510"/>
                  </a:lnTo>
                  <a:lnTo>
                    <a:pt x="44" y="501"/>
                  </a:lnTo>
                  <a:lnTo>
                    <a:pt x="34" y="491"/>
                  </a:lnTo>
                  <a:lnTo>
                    <a:pt x="25" y="479"/>
                  </a:lnTo>
                  <a:lnTo>
                    <a:pt x="18" y="466"/>
                  </a:lnTo>
                  <a:lnTo>
                    <a:pt x="11" y="452"/>
                  </a:lnTo>
                  <a:lnTo>
                    <a:pt x="6" y="438"/>
                  </a:lnTo>
                  <a:lnTo>
                    <a:pt x="3" y="421"/>
                  </a:lnTo>
                  <a:lnTo>
                    <a:pt x="1" y="405"/>
                  </a:lnTo>
                  <a:lnTo>
                    <a:pt x="0" y="387"/>
                  </a:lnTo>
                  <a:lnTo>
                    <a:pt x="0" y="377"/>
                  </a:lnTo>
                  <a:lnTo>
                    <a:pt x="1" y="368"/>
                  </a:lnTo>
                  <a:lnTo>
                    <a:pt x="2" y="358"/>
                  </a:lnTo>
                  <a:lnTo>
                    <a:pt x="4" y="349"/>
                  </a:lnTo>
                  <a:lnTo>
                    <a:pt x="6" y="341"/>
                  </a:lnTo>
                  <a:lnTo>
                    <a:pt x="9" y="333"/>
                  </a:lnTo>
                  <a:lnTo>
                    <a:pt x="12" y="324"/>
                  </a:lnTo>
                  <a:lnTo>
                    <a:pt x="16" y="317"/>
                  </a:lnTo>
                  <a:lnTo>
                    <a:pt x="21" y="310"/>
                  </a:lnTo>
                  <a:lnTo>
                    <a:pt x="25" y="303"/>
                  </a:lnTo>
                  <a:lnTo>
                    <a:pt x="30" y="295"/>
                  </a:lnTo>
                  <a:lnTo>
                    <a:pt x="36" y="289"/>
                  </a:lnTo>
                  <a:lnTo>
                    <a:pt x="42" y="283"/>
                  </a:lnTo>
                  <a:lnTo>
                    <a:pt x="49" y="277"/>
                  </a:lnTo>
                  <a:lnTo>
                    <a:pt x="56" y="272"/>
                  </a:lnTo>
                  <a:lnTo>
                    <a:pt x="64" y="266"/>
                  </a:lnTo>
                  <a:lnTo>
                    <a:pt x="81" y="256"/>
                  </a:lnTo>
                  <a:lnTo>
                    <a:pt x="99" y="248"/>
                  </a:lnTo>
                  <a:lnTo>
                    <a:pt x="120" y="241"/>
                  </a:lnTo>
                  <a:lnTo>
                    <a:pt x="143" y="234"/>
                  </a:lnTo>
                  <a:lnTo>
                    <a:pt x="167" y="229"/>
                  </a:lnTo>
                  <a:lnTo>
                    <a:pt x="194" y="225"/>
                  </a:lnTo>
                  <a:lnTo>
                    <a:pt x="223" y="222"/>
                  </a:lnTo>
                  <a:lnTo>
                    <a:pt x="254" y="221"/>
                  </a:lnTo>
                  <a:lnTo>
                    <a:pt x="343" y="218"/>
                  </a:lnTo>
                  <a:lnTo>
                    <a:pt x="343" y="185"/>
                  </a:lnTo>
                  <a:lnTo>
                    <a:pt x="342" y="170"/>
                  </a:lnTo>
                  <a:lnTo>
                    <a:pt x="341" y="157"/>
                  </a:lnTo>
                  <a:lnTo>
                    <a:pt x="339" y="144"/>
                  </a:lnTo>
                  <a:lnTo>
                    <a:pt x="336" y="132"/>
                  </a:lnTo>
                  <a:lnTo>
                    <a:pt x="333" y="121"/>
                  </a:lnTo>
                  <a:lnTo>
                    <a:pt x="328" y="112"/>
                  </a:lnTo>
                  <a:lnTo>
                    <a:pt x="322" y="102"/>
                  </a:lnTo>
                  <a:lnTo>
                    <a:pt x="316" y="95"/>
                  </a:lnTo>
                  <a:lnTo>
                    <a:pt x="309" y="88"/>
                  </a:lnTo>
                  <a:lnTo>
                    <a:pt x="301" y="82"/>
                  </a:lnTo>
                  <a:lnTo>
                    <a:pt x="292" y="76"/>
                  </a:lnTo>
                  <a:lnTo>
                    <a:pt x="282" y="72"/>
                  </a:lnTo>
                  <a:lnTo>
                    <a:pt x="271" y="69"/>
                  </a:lnTo>
                  <a:lnTo>
                    <a:pt x="258" y="67"/>
                  </a:lnTo>
                  <a:lnTo>
                    <a:pt x="246" y="66"/>
                  </a:lnTo>
                  <a:lnTo>
                    <a:pt x="232" y="65"/>
                  </a:lnTo>
                  <a:lnTo>
                    <a:pt x="215" y="66"/>
                  </a:lnTo>
                  <a:lnTo>
                    <a:pt x="197" y="68"/>
                  </a:lnTo>
                  <a:lnTo>
                    <a:pt x="180" y="71"/>
                  </a:lnTo>
                  <a:lnTo>
                    <a:pt x="161" y="75"/>
                  </a:lnTo>
                  <a:lnTo>
                    <a:pt x="143" y="81"/>
                  </a:lnTo>
                  <a:lnTo>
                    <a:pt x="124" y="88"/>
                  </a:lnTo>
                  <a:lnTo>
                    <a:pt x="103" y="96"/>
                  </a:lnTo>
                  <a:lnTo>
                    <a:pt x="84" y="105"/>
                  </a:lnTo>
                  <a:lnTo>
                    <a:pt x="59" y="44"/>
                  </a:lnTo>
                  <a:lnTo>
                    <a:pt x="79" y="35"/>
                  </a:lnTo>
                  <a:lnTo>
                    <a:pt x="99" y="26"/>
                  </a:lnTo>
                  <a:lnTo>
                    <a:pt x="121" y="19"/>
                  </a:lnTo>
                  <a:lnTo>
                    <a:pt x="144" y="11"/>
                  </a:lnTo>
                  <a:lnTo>
                    <a:pt x="166" y="6"/>
                  </a:lnTo>
                  <a:lnTo>
                    <a:pt x="190" y="3"/>
                  </a:lnTo>
                  <a:lnTo>
                    <a:pt x="213" y="1"/>
                  </a:lnTo>
                  <a:lnTo>
                    <a:pt x="237" y="0"/>
                  </a:lnTo>
                  <a:lnTo>
                    <a:pt x="259" y="1"/>
                  </a:lnTo>
                  <a:lnTo>
                    <a:pt x="280" y="2"/>
                  </a:lnTo>
                  <a:lnTo>
                    <a:pt x="300" y="6"/>
                  </a:lnTo>
                  <a:lnTo>
                    <a:pt x="318" y="10"/>
                  </a:lnTo>
                  <a:lnTo>
                    <a:pt x="335" y="16"/>
                  </a:lnTo>
                  <a:lnTo>
                    <a:pt x="349" y="24"/>
                  </a:lnTo>
                  <a:lnTo>
                    <a:pt x="363" y="32"/>
                  </a:lnTo>
                  <a:lnTo>
                    <a:pt x="375" y="41"/>
                  </a:lnTo>
                  <a:lnTo>
                    <a:pt x="380" y="46"/>
                  </a:lnTo>
                  <a:lnTo>
                    <a:pt x="386" y="53"/>
                  </a:lnTo>
                  <a:lnTo>
                    <a:pt x="391" y="59"/>
                  </a:lnTo>
                  <a:lnTo>
                    <a:pt x="395" y="65"/>
                  </a:lnTo>
                  <a:lnTo>
                    <a:pt x="403" y="79"/>
                  </a:lnTo>
                  <a:lnTo>
                    <a:pt x="409" y="95"/>
                  </a:lnTo>
                  <a:lnTo>
                    <a:pt x="414" y="113"/>
                  </a:lnTo>
                  <a:lnTo>
                    <a:pt x="418" y="132"/>
                  </a:lnTo>
                  <a:lnTo>
                    <a:pt x="420" y="153"/>
                  </a:lnTo>
                  <a:lnTo>
                    <a:pt x="421" y="175"/>
                  </a:lnTo>
                  <a:lnTo>
                    <a:pt x="421" y="532"/>
                  </a:lnTo>
                  <a:lnTo>
                    <a:pt x="362" y="532"/>
                  </a:lnTo>
                  <a:close/>
                  <a:moveTo>
                    <a:pt x="182" y="476"/>
                  </a:moveTo>
                  <a:lnTo>
                    <a:pt x="201" y="475"/>
                  </a:lnTo>
                  <a:lnTo>
                    <a:pt x="217" y="473"/>
                  </a:lnTo>
                  <a:lnTo>
                    <a:pt x="234" y="470"/>
                  </a:lnTo>
                  <a:lnTo>
                    <a:pt x="248" y="466"/>
                  </a:lnTo>
                  <a:lnTo>
                    <a:pt x="263" y="460"/>
                  </a:lnTo>
                  <a:lnTo>
                    <a:pt x="276" y="453"/>
                  </a:lnTo>
                  <a:lnTo>
                    <a:pt x="287" y="445"/>
                  </a:lnTo>
                  <a:lnTo>
                    <a:pt x="299" y="435"/>
                  </a:lnTo>
                  <a:lnTo>
                    <a:pt x="309" y="425"/>
                  </a:lnTo>
                  <a:lnTo>
                    <a:pt x="317" y="413"/>
                  </a:lnTo>
                  <a:lnTo>
                    <a:pt x="325" y="401"/>
                  </a:lnTo>
                  <a:lnTo>
                    <a:pt x="331" y="386"/>
                  </a:lnTo>
                  <a:lnTo>
                    <a:pt x="335" y="372"/>
                  </a:lnTo>
                  <a:lnTo>
                    <a:pt x="338" y="356"/>
                  </a:lnTo>
                  <a:lnTo>
                    <a:pt x="340" y="340"/>
                  </a:lnTo>
                  <a:lnTo>
                    <a:pt x="341" y="321"/>
                  </a:lnTo>
                  <a:lnTo>
                    <a:pt x="341" y="275"/>
                  </a:lnTo>
                  <a:lnTo>
                    <a:pt x="261" y="278"/>
                  </a:lnTo>
                  <a:lnTo>
                    <a:pt x="239" y="279"/>
                  </a:lnTo>
                  <a:lnTo>
                    <a:pt x="218" y="281"/>
                  </a:lnTo>
                  <a:lnTo>
                    <a:pt x="198" y="284"/>
                  </a:lnTo>
                  <a:lnTo>
                    <a:pt x="180" y="287"/>
                  </a:lnTo>
                  <a:lnTo>
                    <a:pt x="164" y="291"/>
                  </a:lnTo>
                  <a:lnTo>
                    <a:pt x="150" y="295"/>
                  </a:lnTo>
                  <a:lnTo>
                    <a:pt x="136" y="301"/>
                  </a:lnTo>
                  <a:lnTo>
                    <a:pt x="125" y="307"/>
                  </a:lnTo>
                  <a:lnTo>
                    <a:pt x="116" y="314"/>
                  </a:lnTo>
                  <a:lnTo>
                    <a:pt x="106" y="322"/>
                  </a:lnTo>
                  <a:lnTo>
                    <a:pt x="99" y="331"/>
                  </a:lnTo>
                  <a:lnTo>
                    <a:pt x="94" y="341"/>
                  </a:lnTo>
                  <a:lnTo>
                    <a:pt x="89" y="351"/>
                  </a:lnTo>
                  <a:lnTo>
                    <a:pt x="86" y="363"/>
                  </a:lnTo>
                  <a:lnTo>
                    <a:pt x="84" y="375"/>
                  </a:lnTo>
                  <a:lnTo>
                    <a:pt x="84" y="388"/>
                  </a:lnTo>
                  <a:lnTo>
                    <a:pt x="84" y="399"/>
                  </a:lnTo>
                  <a:lnTo>
                    <a:pt x="85" y="408"/>
                  </a:lnTo>
                  <a:lnTo>
                    <a:pt x="87" y="417"/>
                  </a:lnTo>
                  <a:lnTo>
                    <a:pt x="90" y="426"/>
                  </a:lnTo>
                  <a:lnTo>
                    <a:pt x="93" y="434"/>
                  </a:lnTo>
                  <a:lnTo>
                    <a:pt x="98" y="441"/>
                  </a:lnTo>
                  <a:lnTo>
                    <a:pt x="103" y="447"/>
                  </a:lnTo>
                  <a:lnTo>
                    <a:pt x="110" y="453"/>
                  </a:lnTo>
                  <a:lnTo>
                    <a:pt x="116" y="459"/>
                  </a:lnTo>
                  <a:lnTo>
                    <a:pt x="124" y="463"/>
                  </a:lnTo>
                  <a:lnTo>
                    <a:pt x="132" y="467"/>
                  </a:lnTo>
                  <a:lnTo>
                    <a:pt x="141" y="470"/>
                  </a:lnTo>
                  <a:lnTo>
                    <a:pt x="150" y="473"/>
                  </a:lnTo>
                  <a:lnTo>
                    <a:pt x="160" y="474"/>
                  </a:lnTo>
                  <a:lnTo>
                    <a:pt x="171" y="475"/>
                  </a:lnTo>
                  <a:lnTo>
                    <a:pt x="182" y="4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22"/>
            <p:cNvSpPr/>
            <p:nvPr/>
          </p:nvSpPr>
          <p:spPr>
            <a:xfrm>
              <a:off x="419" y="3119"/>
              <a:ext cx="16" cy="24"/>
            </a:xfrm>
            <a:custGeom>
              <a:avLst/>
              <a:gdLst/>
              <a:ahLst/>
              <a:cxnLst/>
              <a:rect l="l" t="t" r="r" b="b"/>
              <a:pathLst>
                <a:path w="371" h="542" extrusionOk="0">
                  <a:moveTo>
                    <a:pt x="371" y="390"/>
                  </a:moveTo>
                  <a:lnTo>
                    <a:pt x="371" y="408"/>
                  </a:lnTo>
                  <a:lnTo>
                    <a:pt x="368" y="424"/>
                  </a:lnTo>
                  <a:lnTo>
                    <a:pt x="364" y="440"/>
                  </a:lnTo>
                  <a:lnTo>
                    <a:pt x="358" y="454"/>
                  </a:lnTo>
                  <a:lnTo>
                    <a:pt x="350" y="468"/>
                  </a:lnTo>
                  <a:lnTo>
                    <a:pt x="341" y="481"/>
                  </a:lnTo>
                  <a:lnTo>
                    <a:pt x="330" y="493"/>
                  </a:lnTo>
                  <a:lnTo>
                    <a:pt x="317" y="503"/>
                  </a:lnTo>
                  <a:lnTo>
                    <a:pt x="303" y="512"/>
                  </a:lnTo>
                  <a:lnTo>
                    <a:pt x="287" y="521"/>
                  </a:lnTo>
                  <a:lnTo>
                    <a:pt x="270" y="527"/>
                  </a:lnTo>
                  <a:lnTo>
                    <a:pt x="251" y="532"/>
                  </a:lnTo>
                  <a:lnTo>
                    <a:pt x="231" y="537"/>
                  </a:lnTo>
                  <a:lnTo>
                    <a:pt x="210" y="540"/>
                  </a:lnTo>
                  <a:lnTo>
                    <a:pt x="188" y="541"/>
                  </a:lnTo>
                  <a:lnTo>
                    <a:pt x="163" y="542"/>
                  </a:lnTo>
                  <a:lnTo>
                    <a:pt x="138" y="542"/>
                  </a:lnTo>
                  <a:lnTo>
                    <a:pt x="115" y="540"/>
                  </a:lnTo>
                  <a:lnTo>
                    <a:pt x="92" y="538"/>
                  </a:lnTo>
                  <a:lnTo>
                    <a:pt x="71" y="534"/>
                  </a:lnTo>
                  <a:lnTo>
                    <a:pt x="52" y="530"/>
                  </a:lnTo>
                  <a:lnTo>
                    <a:pt x="33" y="524"/>
                  </a:lnTo>
                  <a:lnTo>
                    <a:pt x="16" y="517"/>
                  </a:lnTo>
                  <a:lnTo>
                    <a:pt x="1" y="509"/>
                  </a:lnTo>
                  <a:lnTo>
                    <a:pt x="1" y="436"/>
                  </a:lnTo>
                  <a:lnTo>
                    <a:pt x="21" y="445"/>
                  </a:lnTo>
                  <a:lnTo>
                    <a:pt x="40" y="452"/>
                  </a:lnTo>
                  <a:lnTo>
                    <a:pt x="61" y="460"/>
                  </a:lnTo>
                  <a:lnTo>
                    <a:pt x="83" y="466"/>
                  </a:lnTo>
                  <a:lnTo>
                    <a:pt x="103" y="471"/>
                  </a:lnTo>
                  <a:lnTo>
                    <a:pt x="125" y="474"/>
                  </a:lnTo>
                  <a:lnTo>
                    <a:pt x="146" y="476"/>
                  </a:lnTo>
                  <a:lnTo>
                    <a:pt x="165" y="477"/>
                  </a:lnTo>
                  <a:lnTo>
                    <a:pt x="181" y="476"/>
                  </a:lnTo>
                  <a:lnTo>
                    <a:pt x="195" y="475"/>
                  </a:lnTo>
                  <a:lnTo>
                    <a:pt x="209" y="474"/>
                  </a:lnTo>
                  <a:lnTo>
                    <a:pt x="221" y="472"/>
                  </a:lnTo>
                  <a:lnTo>
                    <a:pt x="232" y="469"/>
                  </a:lnTo>
                  <a:lnTo>
                    <a:pt x="243" y="466"/>
                  </a:lnTo>
                  <a:lnTo>
                    <a:pt x="252" y="462"/>
                  </a:lnTo>
                  <a:lnTo>
                    <a:pt x="261" y="457"/>
                  </a:lnTo>
                  <a:lnTo>
                    <a:pt x="270" y="451"/>
                  </a:lnTo>
                  <a:lnTo>
                    <a:pt x="276" y="446"/>
                  </a:lnTo>
                  <a:lnTo>
                    <a:pt x="282" y="439"/>
                  </a:lnTo>
                  <a:lnTo>
                    <a:pt x="286" y="432"/>
                  </a:lnTo>
                  <a:lnTo>
                    <a:pt x="290" y="424"/>
                  </a:lnTo>
                  <a:lnTo>
                    <a:pt x="292" y="415"/>
                  </a:lnTo>
                  <a:lnTo>
                    <a:pt x="294" y="407"/>
                  </a:lnTo>
                  <a:lnTo>
                    <a:pt x="294" y="397"/>
                  </a:lnTo>
                  <a:lnTo>
                    <a:pt x="294" y="389"/>
                  </a:lnTo>
                  <a:lnTo>
                    <a:pt x="293" y="382"/>
                  </a:lnTo>
                  <a:lnTo>
                    <a:pt x="291" y="375"/>
                  </a:lnTo>
                  <a:lnTo>
                    <a:pt x="288" y="369"/>
                  </a:lnTo>
                  <a:lnTo>
                    <a:pt x="284" y="361"/>
                  </a:lnTo>
                  <a:lnTo>
                    <a:pt x="280" y="356"/>
                  </a:lnTo>
                  <a:lnTo>
                    <a:pt x="275" y="350"/>
                  </a:lnTo>
                  <a:lnTo>
                    <a:pt x="269" y="344"/>
                  </a:lnTo>
                  <a:lnTo>
                    <a:pt x="260" y="339"/>
                  </a:lnTo>
                  <a:lnTo>
                    <a:pt x="252" y="333"/>
                  </a:lnTo>
                  <a:lnTo>
                    <a:pt x="241" y="327"/>
                  </a:lnTo>
                  <a:lnTo>
                    <a:pt x="229" y="321"/>
                  </a:lnTo>
                  <a:lnTo>
                    <a:pt x="200" y="308"/>
                  </a:lnTo>
                  <a:lnTo>
                    <a:pt x="164" y="293"/>
                  </a:lnTo>
                  <a:lnTo>
                    <a:pt x="131" y="280"/>
                  </a:lnTo>
                  <a:lnTo>
                    <a:pt x="102" y="267"/>
                  </a:lnTo>
                  <a:lnTo>
                    <a:pt x="78" y="256"/>
                  </a:lnTo>
                  <a:lnTo>
                    <a:pt x="61" y="246"/>
                  </a:lnTo>
                  <a:lnTo>
                    <a:pt x="46" y="235"/>
                  </a:lnTo>
                  <a:lnTo>
                    <a:pt x="34" y="224"/>
                  </a:lnTo>
                  <a:lnTo>
                    <a:pt x="24" y="212"/>
                  </a:lnTo>
                  <a:lnTo>
                    <a:pt x="14" y="199"/>
                  </a:lnTo>
                  <a:lnTo>
                    <a:pt x="11" y="193"/>
                  </a:lnTo>
                  <a:lnTo>
                    <a:pt x="8" y="186"/>
                  </a:lnTo>
                  <a:lnTo>
                    <a:pt x="5" y="179"/>
                  </a:lnTo>
                  <a:lnTo>
                    <a:pt x="3" y="171"/>
                  </a:lnTo>
                  <a:lnTo>
                    <a:pt x="1" y="155"/>
                  </a:lnTo>
                  <a:lnTo>
                    <a:pt x="0" y="138"/>
                  </a:lnTo>
                  <a:lnTo>
                    <a:pt x="1" y="122"/>
                  </a:lnTo>
                  <a:lnTo>
                    <a:pt x="3" y="107"/>
                  </a:lnTo>
                  <a:lnTo>
                    <a:pt x="7" y="94"/>
                  </a:lnTo>
                  <a:lnTo>
                    <a:pt x="12" y="80"/>
                  </a:lnTo>
                  <a:lnTo>
                    <a:pt x="21" y="68"/>
                  </a:lnTo>
                  <a:lnTo>
                    <a:pt x="29" y="57"/>
                  </a:lnTo>
                  <a:lnTo>
                    <a:pt x="39" y="46"/>
                  </a:lnTo>
                  <a:lnTo>
                    <a:pt x="52" y="37"/>
                  </a:lnTo>
                  <a:lnTo>
                    <a:pt x="65" y="28"/>
                  </a:lnTo>
                  <a:lnTo>
                    <a:pt x="81" y="21"/>
                  </a:lnTo>
                  <a:lnTo>
                    <a:pt x="96" y="14"/>
                  </a:lnTo>
                  <a:lnTo>
                    <a:pt x="114" y="9"/>
                  </a:lnTo>
                  <a:lnTo>
                    <a:pt x="132" y="5"/>
                  </a:lnTo>
                  <a:lnTo>
                    <a:pt x="152" y="2"/>
                  </a:lnTo>
                  <a:lnTo>
                    <a:pt x="172" y="1"/>
                  </a:lnTo>
                  <a:lnTo>
                    <a:pt x="195" y="0"/>
                  </a:lnTo>
                  <a:lnTo>
                    <a:pt x="216" y="0"/>
                  </a:lnTo>
                  <a:lnTo>
                    <a:pt x="237" y="2"/>
                  </a:lnTo>
                  <a:lnTo>
                    <a:pt x="257" y="5"/>
                  </a:lnTo>
                  <a:lnTo>
                    <a:pt x="279" y="8"/>
                  </a:lnTo>
                  <a:lnTo>
                    <a:pt x="299" y="13"/>
                  </a:lnTo>
                  <a:lnTo>
                    <a:pt x="319" y="20"/>
                  </a:lnTo>
                  <a:lnTo>
                    <a:pt x="340" y="26"/>
                  </a:lnTo>
                  <a:lnTo>
                    <a:pt x="361" y="34"/>
                  </a:lnTo>
                  <a:lnTo>
                    <a:pt x="332" y="99"/>
                  </a:lnTo>
                  <a:lnTo>
                    <a:pt x="312" y="91"/>
                  </a:lnTo>
                  <a:lnTo>
                    <a:pt x="293" y="85"/>
                  </a:lnTo>
                  <a:lnTo>
                    <a:pt x="275" y="79"/>
                  </a:lnTo>
                  <a:lnTo>
                    <a:pt x="257" y="74"/>
                  </a:lnTo>
                  <a:lnTo>
                    <a:pt x="240" y="71"/>
                  </a:lnTo>
                  <a:lnTo>
                    <a:pt x="222" y="68"/>
                  </a:lnTo>
                  <a:lnTo>
                    <a:pt x="206" y="67"/>
                  </a:lnTo>
                  <a:lnTo>
                    <a:pt x="189" y="66"/>
                  </a:lnTo>
                  <a:lnTo>
                    <a:pt x="176" y="67"/>
                  </a:lnTo>
                  <a:lnTo>
                    <a:pt x="162" y="67"/>
                  </a:lnTo>
                  <a:lnTo>
                    <a:pt x="151" y="69"/>
                  </a:lnTo>
                  <a:lnTo>
                    <a:pt x="139" y="71"/>
                  </a:lnTo>
                  <a:lnTo>
                    <a:pt x="129" y="73"/>
                  </a:lnTo>
                  <a:lnTo>
                    <a:pt x="120" y="76"/>
                  </a:lnTo>
                  <a:lnTo>
                    <a:pt x="112" y="79"/>
                  </a:lnTo>
                  <a:lnTo>
                    <a:pt x="104" y="84"/>
                  </a:lnTo>
                  <a:lnTo>
                    <a:pt x="97" y="89"/>
                  </a:lnTo>
                  <a:lnTo>
                    <a:pt x="91" y="94"/>
                  </a:lnTo>
                  <a:lnTo>
                    <a:pt x="87" y="99"/>
                  </a:lnTo>
                  <a:lnTo>
                    <a:pt x="83" y="105"/>
                  </a:lnTo>
                  <a:lnTo>
                    <a:pt x="79" y="111"/>
                  </a:lnTo>
                  <a:lnTo>
                    <a:pt x="77" y="118"/>
                  </a:lnTo>
                  <a:lnTo>
                    <a:pt x="75" y="125"/>
                  </a:lnTo>
                  <a:lnTo>
                    <a:pt x="75" y="132"/>
                  </a:lnTo>
                  <a:lnTo>
                    <a:pt x="75" y="142"/>
                  </a:lnTo>
                  <a:lnTo>
                    <a:pt x="77" y="152"/>
                  </a:lnTo>
                  <a:lnTo>
                    <a:pt x="82" y="161"/>
                  </a:lnTo>
                  <a:lnTo>
                    <a:pt x="86" y="168"/>
                  </a:lnTo>
                  <a:lnTo>
                    <a:pt x="92" y="176"/>
                  </a:lnTo>
                  <a:lnTo>
                    <a:pt x="100" y="183"/>
                  </a:lnTo>
                  <a:lnTo>
                    <a:pt x="109" y="190"/>
                  </a:lnTo>
                  <a:lnTo>
                    <a:pt x="121" y="196"/>
                  </a:lnTo>
                  <a:lnTo>
                    <a:pt x="135" y="204"/>
                  </a:lnTo>
                  <a:lnTo>
                    <a:pt x="156" y="213"/>
                  </a:lnTo>
                  <a:lnTo>
                    <a:pt x="181" y="223"/>
                  </a:lnTo>
                  <a:lnTo>
                    <a:pt x="213" y="235"/>
                  </a:lnTo>
                  <a:lnTo>
                    <a:pt x="235" y="244"/>
                  </a:lnTo>
                  <a:lnTo>
                    <a:pt x="255" y="252"/>
                  </a:lnTo>
                  <a:lnTo>
                    <a:pt x="274" y="261"/>
                  </a:lnTo>
                  <a:lnTo>
                    <a:pt x="290" y="270"/>
                  </a:lnTo>
                  <a:lnTo>
                    <a:pt x="306" y="278"/>
                  </a:lnTo>
                  <a:lnTo>
                    <a:pt x="318" y="286"/>
                  </a:lnTo>
                  <a:lnTo>
                    <a:pt x="330" y="295"/>
                  </a:lnTo>
                  <a:lnTo>
                    <a:pt x="339" y="304"/>
                  </a:lnTo>
                  <a:lnTo>
                    <a:pt x="346" y="312"/>
                  </a:lnTo>
                  <a:lnTo>
                    <a:pt x="352" y="322"/>
                  </a:lnTo>
                  <a:lnTo>
                    <a:pt x="359" y="332"/>
                  </a:lnTo>
                  <a:lnTo>
                    <a:pt x="363" y="342"/>
                  </a:lnTo>
                  <a:lnTo>
                    <a:pt x="367" y="353"/>
                  </a:lnTo>
                  <a:lnTo>
                    <a:pt x="369" y="365"/>
                  </a:lnTo>
                  <a:lnTo>
                    <a:pt x="371" y="377"/>
                  </a:lnTo>
                  <a:lnTo>
                    <a:pt x="371" y="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22"/>
            <p:cNvSpPr/>
            <p:nvPr/>
          </p:nvSpPr>
          <p:spPr>
            <a:xfrm>
              <a:off x="68" y="3004"/>
              <a:ext cx="140" cy="187"/>
            </a:xfrm>
            <a:custGeom>
              <a:avLst/>
              <a:gdLst/>
              <a:ahLst/>
              <a:cxnLst/>
              <a:rect l="l" t="t" r="r" b="b"/>
              <a:pathLst>
                <a:path w="3207" h="4308" extrusionOk="0">
                  <a:moveTo>
                    <a:pt x="3057" y="2204"/>
                  </a:moveTo>
                  <a:lnTo>
                    <a:pt x="3072" y="2205"/>
                  </a:lnTo>
                  <a:lnTo>
                    <a:pt x="3087" y="2207"/>
                  </a:lnTo>
                  <a:lnTo>
                    <a:pt x="3102" y="2211"/>
                  </a:lnTo>
                  <a:lnTo>
                    <a:pt x="3115" y="2216"/>
                  </a:lnTo>
                  <a:lnTo>
                    <a:pt x="3129" y="2222"/>
                  </a:lnTo>
                  <a:lnTo>
                    <a:pt x="3141" y="2229"/>
                  </a:lnTo>
                  <a:lnTo>
                    <a:pt x="3152" y="2239"/>
                  </a:lnTo>
                  <a:lnTo>
                    <a:pt x="3163" y="2248"/>
                  </a:lnTo>
                  <a:lnTo>
                    <a:pt x="3173" y="2258"/>
                  </a:lnTo>
                  <a:lnTo>
                    <a:pt x="3181" y="2271"/>
                  </a:lnTo>
                  <a:lnTo>
                    <a:pt x="3189" y="2283"/>
                  </a:lnTo>
                  <a:lnTo>
                    <a:pt x="3196" y="2296"/>
                  </a:lnTo>
                  <a:lnTo>
                    <a:pt x="3200" y="2310"/>
                  </a:lnTo>
                  <a:lnTo>
                    <a:pt x="3204" y="2325"/>
                  </a:lnTo>
                  <a:lnTo>
                    <a:pt x="3206" y="2339"/>
                  </a:lnTo>
                  <a:lnTo>
                    <a:pt x="3207" y="2354"/>
                  </a:lnTo>
                  <a:lnTo>
                    <a:pt x="3207" y="3056"/>
                  </a:lnTo>
                  <a:lnTo>
                    <a:pt x="3206" y="3071"/>
                  </a:lnTo>
                  <a:lnTo>
                    <a:pt x="3204" y="3086"/>
                  </a:lnTo>
                  <a:lnTo>
                    <a:pt x="3200" y="3100"/>
                  </a:lnTo>
                  <a:lnTo>
                    <a:pt x="3196" y="3114"/>
                  </a:lnTo>
                  <a:lnTo>
                    <a:pt x="3189" y="3127"/>
                  </a:lnTo>
                  <a:lnTo>
                    <a:pt x="3181" y="3140"/>
                  </a:lnTo>
                  <a:lnTo>
                    <a:pt x="3173" y="3151"/>
                  </a:lnTo>
                  <a:lnTo>
                    <a:pt x="3163" y="3162"/>
                  </a:lnTo>
                  <a:lnTo>
                    <a:pt x="3152" y="3172"/>
                  </a:lnTo>
                  <a:lnTo>
                    <a:pt x="3141" y="3180"/>
                  </a:lnTo>
                  <a:lnTo>
                    <a:pt x="3129" y="3188"/>
                  </a:lnTo>
                  <a:lnTo>
                    <a:pt x="3115" y="3194"/>
                  </a:lnTo>
                  <a:lnTo>
                    <a:pt x="3102" y="3200"/>
                  </a:lnTo>
                  <a:lnTo>
                    <a:pt x="3087" y="3203"/>
                  </a:lnTo>
                  <a:lnTo>
                    <a:pt x="3072" y="3205"/>
                  </a:lnTo>
                  <a:lnTo>
                    <a:pt x="3057" y="3206"/>
                  </a:lnTo>
                  <a:lnTo>
                    <a:pt x="2356" y="3206"/>
                  </a:lnTo>
                  <a:lnTo>
                    <a:pt x="2340" y="3205"/>
                  </a:lnTo>
                  <a:lnTo>
                    <a:pt x="2325" y="3203"/>
                  </a:lnTo>
                  <a:lnTo>
                    <a:pt x="2311" y="3200"/>
                  </a:lnTo>
                  <a:lnTo>
                    <a:pt x="2297" y="3194"/>
                  </a:lnTo>
                  <a:lnTo>
                    <a:pt x="2283" y="3188"/>
                  </a:lnTo>
                  <a:lnTo>
                    <a:pt x="2271" y="3180"/>
                  </a:lnTo>
                  <a:lnTo>
                    <a:pt x="2260" y="3172"/>
                  </a:lnTo>
                  <a:lnTo>
                    <a:pt x="2249" y="3162"/>
                  </a:lnTo>
                  <a:lnTo>
                    <a:pt x="2240" y="3151"/>
                  </a:lnTo>
                  <a:lnTo>
                    <a:pt x="2231" y="3140"/>
                  </a:lnTo>
                  <a:lnTo>
                    <a:pt x="2223" y="3127"/>
                  </a:lnTo>
                  <a:lnTo>
                    <a:pt x="2217" y="3114"/>
                  </a:lnTo>
                  <a:lnTo>
                    <a:pt x="2212" y="3100"/>
                  </a:lnTo>
                  <a:lnTo>
                    <a:pt x="2208" y="3086"/>
                  </a:lnTo>
                  <a:lnTo>
                    <a:pt x="2206" y="3071"/>
                  </a:lnTo>
                  <a:lnTo>
                    <a:pt x="2205" y="3056"/>
                  </a:lnTo>
                  <a:lnTo>
                    <a:pt x="2205" y="2354"/>
                  </a:lnTo>
                  <a:lnTo>
                    <a:pt x="2206" y="2339"/>
                  </a:lnTo>
                  <a:lnTo>
                    <a:pt x="2208" y="2325"/>
                  </a:lnTo>
                  <a:lnTo>
                    <a:pt x="2212" y="2310"/>
                  </a:lnTo>
                  <a:lnTo>
                    <a:pt x="2217" y="2296"/>
                  </a:lnTo>
                  <a:lnTo>
                    <a:pt x="2223" y="2283"/>
                  </a:lnTo>
                  <a:lnTo>
                    <a:pt x="2231" y="2271"/>
                  </a:lnTo>
                  <a:lnTo>
                    <a:pt x="2240" y="2258"/>
                  </a:lnTo>
                  <a:lnTo>
                    <a:pt x="2249" y="2248"/>
                  </a:lnTo>
                  <a:lnTo>
                    <a:pt x="2260" y="2239"/>
                  </a:lnTo>
                  <a:lnTo>
                    <a:pt x="2271" y="2229"/>
                  </a:lnTo>
                  <a:lnTo>
                    <a:pt x="2283" y="2222"/>
                  </a:lnTo>
                  <a:lnTo>
                    <a:pt x="2297" y="2216"/>
                  </a:lnTo>
                  <a:lnTo>
                    <a:pt x="2311" y="2211"/>
                  </a:lnTo>
                  <a:lnTo>
                    <a:pt x="2325" y="2207"/>
                  </a:lnTo>
                  <a:lnTo>
                    <a:pt x="2340" y="2205"/>
                  </a:lnTo>
                  <a:lnTo>
                    <a:pt x="2356" y="2204"/>
                  </a:lnTo>
                  <a:lnTo>
                    <a:pt x="3057" y="2204"/>
                  </a:lnTo>
                  <a:close/>
                  <a:moveTo>
                    <a:pt x="852" y="3306"/>
                  </a:moveTo>
                  <a:lnTo>
                    <a:pt x="867" y="3307"/>
                  </a:lnTo>
                  <a:lnTo>
                    <a:pt x="883" y="3309"/>
                  </a:lnTo>
                  <a:lnTo>
                    <a:pt x="897" y="3313"/>
                  </a:lnTo>
                  <a:lnTo>
                    <a:pt x="911" y="3317"/>
                  </a:lnTo>
                  <a:lnTo>
                    <a:pt x="924" y="3325"/>
                  </a:lnTo>
                  <a:lnTo>
                    <a:pt x="937" y="3332"/>
                  </a:lnTo>
                  <a:lnTo>
                    <a:pt x="948" y="3340"/>
                  </a:lnTo>
                  <a:lnTo>
                    <a:pt x="958" y="3350"/>
                  </a:lnTo>
                  <a:lnTo>
                    <a:pt x="969" y="3361"/>
                  </a:lnTo>
                  <a:lnTo>
                    <a:pt x="977" y="3372"/>
                  </a:lnTo>
                  <a:lnTo>
                    <a:pt x="984" y="3384"/>
                  </a:lnTo>
                  <a:lnTo>
                    <a:pt x="990" y="3398"/>
                  </a:lnTo>
                  <a:lnTo>
                    <a:pt x="995" y="3411"/>
                  </a:lnTo>
                  <a:lnTo>
                    <a:pt x="1000" y="3426"/>
                  </a:lnTo>
                  <a:lnTo>
                    <a:pt x="1002" y="3441"/>
                  </a:lnTo>
                  <a:lnTo>
                    <a:pt x="1003" y="3457"/>
                  </a:lnTo>
                  <a:lnTo>
                    <a:pt x="1003" y="4157"/>
                  </a:lnTo>
                  <a:lnTo>
                    <a:pt x="1002" y="4173"/>
                  </a:lnTo>
                  <a:lnTo>
                    <a:pt x="1000" y="4188"/>
                  </a:lnTo>
                  <a:lnTo>
                    <a:pt x="995" y="4203"/>
                  </a:lnTo>
                  <a:lnTo>
                    <a:pt x="990" y="4216"/>
                  </a:lnTo>
                  <a:lnTo>
                    <a:pt x="984" y="4229"/>
                  </a:lnTo>
                  <a:lnTo>
                    <a:pt x="977" y="4242"/>
                  </a:lnTo>
                  <a:lnTo>
                    <a:pt x="969" y="4253"/>
                  </a:lnTo>
                  <a:lnTo>
                    <a:pt x="958" y="4264"/>
                  </a:lnTo>
                  <a:lnTo>
                    <a:pt x="948" y="4274"/>
                  </a:lnTo>
                  <a:lnTo>
                    <a:pt x="937" y="4282"/>
                  </a:lnTo>
                  <a:lnTo>
                    <a:pt x="924" y="4289"/>
                  </a:lnTo>
                  <a:lnTo>
                    <a:pt x="911" y="4296"/>
                  </a:lnTo>
                  <a:lnTo>
                    <a:pt x="897" y="4301"/>
                  </a:lnTo>
                  <a:lnTo>
                    <a:pt x="883" y="4305"/>
                  </a:lnTo>
                  <a:lnTo>
                    <a:pt x="867" y="4307"/>
                  </a:lnTo>
                  <a:lnTo>
                    <a:pt x="852" y="4308"/>
                  </a:lnTo>
                  <a:lnTo>
                    <a:pt x="151" y="4308"/>
                  </a:lnTo>
                  <a:lnTo>
                    <a:pt x="136" y="4307"/>
                  </a:lnTo>
                  <a:lnTo>
                    <a:pt x="120" y="4305"/>
                  </a:lnTo>
                  <a:lnTo>
                    <a:pt x="106" y="4301"/>
                  </a:lnTo>
                  <a:lnTo>
                    <a:pt x="92" y="4296"/>
                  </a:lnTo>
                  <a:lnTo>
                    <a:pt x="79" y="4289"/>
                  </a:lnTo>
                  <a:lnTo>
                    <a:pt x="66" y="4282"/>
                  </a:lnTo>
                  <a:lnTo>
                    <a:pt x="55" y="4274"/>
                  </a:lnTo>
                  <a:lnTo>
                    <a:pt x="45" y="4264"/>
                  </a:lnTo>
                  <a:lnTo>
                    <a:pt x="34" y="4253"/>
                  </a:lnTo>
                  <a:lnTo>
                    <a:pt x="26" y="4242"/>
                  </a:lnTo>
                  <a:lnTo>
                    <a:pt x="19" y="4229"/>
                  </a:lnTo>
                  <a:lnTo>
                    <a:pt x="13" y="4216"/>
                  </a:lnTo>
                  <a:lnTo>
                    <a:pt x="7" y="4203"/>
                  </a:lnTo>
                  <a:lnTo>
                    <a:pt x="3" y="4188"/>
                  </a:lnTo>
                  <a:lnTo>
                    <a:pt x="1" y="4173"/>
                  </a:lnTo>
                  <a:lnTo>
                    <a:pt x="0" y="4157"/>
                  </a:lnTo>
                  <a:lnTo>
                    <a:pt x="0" y="3457"/>
                  </a:lnTo>
                  <a:lnTo>
                    <a:pt x="1" y="3441"/>
                  </a:lnTo>
                  <a:lnTo>
                    <a:pt x="3" y="3426"/>
                  </a:lnTo>
                  <a:lnTo>
                    <a:pt x="7" y="3411"/>
                  </a:lnTo>
                  <a:lnTo>
                    <a:pt x="13" y="3398"/>
                  </a:lnTo>
                  <a:lnTo>
                    <a:pt x="19" y="3384"/>
                  </a:lnTo>
                  <a:lnTo>
                    <a:pt x="26" y="3372"/>
                  </a:lnTo>
                  <a:lnTo>
                    <a:pt x="34" y="3361"/>
                  </a:lnTo>
                  <a:lnTo>
                    <a:pt x="45" y="3350"/>
                  </a:lnTo>
                  <a:lnTo>
                    <a:pt x="55" y="3340"/>
                  </a:lnTo>
                  <a:lnTo>
                    <a:pt x="66" y="3332"/>
                  </a:lnTo>
                  <a:lnTo>
                    <a:pt x="79" y="3325"/>
                  </a:lnTo>
                  <a:lnTo>
                    <a:pt x="92" y="3317"/>
                  </a:lnTo>
                  <a:lnTo>
                    <a:pt x="106" y="3313"/>
                  </a:lnTo>
                  <a:lnTo>
                    <a:pt x="120" y="3309"/>
                  </a:lnTo>
                  <a:lnTo>
                    <a:pt x="136" y="3307"/>
                  </a:lnTo>
                  <a:lnTo>
                    <a:pt x="150" y="3306"/>
                  </a:lnTo>
                  <a:lnTo>
                    <a:pt x="852" y="3306"/>
                  </a:lnTo>
                  <a:close/>
                  <a:moveTo>
                    <a:pt x="852" y="1102"/>
                  </a:moveTo>
                  <a:lnTo>
                    <a:pt x="867" y="1102"/>
                  </a:lnTo>
                  <a:lnTo>
                    <a:pt x="883" y="1106"/>
                  </a:lnTo>
                  <a:lnTo>
                    <a:pt x="897" y="1109"/>
                  </a:lnTo>
                  <a:lnTo>
                    <a:pt x="911" y="1114"/>
                  </a:lnTo>
                  <a:lnTo>
                    <a:pt x="924" y="1120"/>
                  </a:lnTo>
                  <a:lnTo>
                    <a:pt x="937" y="1128"/>
                  </a:lnTo>
                  <a:lnTo>
                    <a:pt x="948" y="1136"/>
                  </a:lnTo>
                  <a:lnTo>
                    <a:pt x="958" y="1146"/>
                  </a:lnTo>
                  <a:lnTo>
                    <a:pt x="969" y="1157"/>
                  </a:lnTo>
                  <a:lnTo>
                    <a:pt x="977" y="1169"/>
                  </a:lnTo>
                  <a:lnTo>
                    <a:pt x="984" y="1181"/>
                  </a:lnTo>
                  <a:lnTo>
                    <a:pt x="990" y="1194"/>
                  </a:lnTo>
                  <a:lnTo>
                    <a:pt x="995" y="1208"/>
                  </a:lnTo>
                  <a:lnTo>
                    <a:pt x="1000" y="1222"/>
                  </a:lnTo>
                  <a:lnTo>
                    <a:pt x="1002" y="1237"/>
                  </a:lnTo>
                  <a:lnTo>
                    <a:pt x="1003" y="1252"/>
                  </a:lnTo>
                  <a:lnTo>
                    <a:pt x="1003" y="1954"/>
                  </a:lnTo>
                  <a:lnTo>
                    <a:pt x="1002" y="1969"/>
                  </a:lnTo>
                  <a:lnTo>
                    <a:pt x="1000" y="1984"/>
                  </a:lnTo>
                  <a:lnTo>
                    <a:pt x="995" y="1998"/>
                  </a:lnTo>
                  <a:lnTo>
                    <a:pt x="990" y="2013"/>
                  </a:lnTo>
                  <a:lnTo>
                    <a:pt x="984" y="2025"/>
                  </a:lnTo>
                  <a:lnTo>
                    <a:pt x="977" y="2037"/>
                  </a:lnTo>
                  <a:lnTo>
                    <a:pt x="969" y="2050"/>
                  </a:lnTo>
                  <a:lnTo>
                    <a:pt x="958" y="2060"/>
                  </a:lnTo>
                  <a:lnTo>
                    <a:pt x="948" y="2069"/>
                  </a:lnTo>
                  <a:lnTo>
                    <a:pt x="937" y="2079"/>
                  </a:lnTo>
                  <a:lnTo>
                    <a:pt x="924" y="2086"/>
                  </a:lnTo>
                  <a:lnTo>
                    <a:pt x="911" y="2092"/>
                  </a:lnTo>
                  <a:lnTo>
                    <a:pt x="897" y="2097"/>
                  </a:lnTo>
                  <a:lnTo>
                    <a:pt x="883" y="2101"/>
                  </a:lnTo>
                  <a:lnTo>
                    <a:pt x="867" y="2103"/>
                  </a:lnTo>
                  <a:lnTo>
                    <a:pt x="852" y="2104"/>
                  </a:lnTo>
                  <a:lnTo>
                    <a:pt x="151" y="2103"/>
                  </a:lnTo>
                  <a:lnTo>
                    <a:pt x="136" y="2103"/>
                  </a:lnTo>
                  <a:lnTo>
                    <a:pt x="120" y="2101"/>
                  </a:lnTo>
                  <a:lnTo>
                    <a:pt x="106" y="2097"/>
                  </a:lnTo>
                  <a:lnTo>
                    <a:pt x="92" y="2092"/>
                  </a:lnTo>
                  <a:lnTo>
                    <a:pt x="79" y="2086"/>
                  </a:lnTo>
                  <a:lnTo>
                    <a:pt x="66" y="2079"/>
                  </a:lnTo>
                  <a:lnTo>
                    <a:pt x="55" y="2069"/>
                  </a:lnTo>
                  <a:lnTo>
                    <a:pt x="45" y="2060"/>
                  </a:lnTo>
                  <a:lnTo>
                    <a:pt x="34" y="2050"/>
                  </a:lnTo>
                  <a:lnTo>
                    <a:pt x="26" y="2037"/>
                  </a:lnTo>
                  <a:lnTo>
                    <a:pt x="19" y="2025"/>
                  </a:lnTo>
                  <a:lnTo>
                    <a:pt x="13" y="2013"/>
                  </a:lnTo>
                  <a:lnTo>
                    <a:pt x="7" y="1998"/>
                  </a:lnTo>
                  <a:lnTo>
                    <a:pt x="3" y="1984"/>
                  </a:lnTo>
                  <a:lnTo>
                    <a:pt x="1" y="1969"/>
                  </a:lnTo>
                  <a:lnTo>
                    <a:pt x="0" y="1954"/>
                  </a:lnTo>
                  <a:lnTo>
                    <a:pt x="0" y="1252"/>
                  </a:lnTo>
                  <a:lnTo>
                    <a:pt x="1" y="1237"/>
                  </a:lnTo>
                  <a:lnTo>
                    <a:pt x="3" y="1222"/>
                  </a:lnTo>
                  <a:lnTo>
                    <a:pt x="7" y="1208"/>
                  </a:lnTo>
                  <a:lnTo>
                    <a:pt x="13" y="1194"/>
                  </a:lnTo>
                  <a:lnTo>
                    <a:pt x="19" y="1181"/>
                  </a:lnTo>
                  <a:lnTo>
                    <a:pt x="26" y="1169"/>
                  </a:lnTo>
                  <a:lnTo>
                    <a:pt x="34" y="1157"/>
                  </a:lnTo>
                  <a:lnTo>
                    <a:pt x="45" y="1146"/>
                  </a:lnTo>
                  <a:lnTo>
                    <a:pt x="55" y="1136"/>
                  </a:lnTo>
                  <a:lnTo>
                    <a:pt x="66" y="1128"/>
                  </a:lnTo>
                  <a:lnTo>
                    <a:pt x="79" y="1120"/>
                  </a:lnTo>
                  <a:lnTo>
                    <a:pt x="92" y="1114"/>
                  </a:lnTo>
                  <a:lnTo>
                    <a:pt x="106" y="1109"/>
                  </a:lnTo>
                  <a:lnTo>
                    <a:pt x="120" y="1106"/>
                  </a:lnTo>
                  <a:lnTo>
                    <a:pt x="136" y="1102"/>
                  </a:lnTo>
                  <a:lnTo>
                    <a:pt x="150" y="1102"/>
                  </a:lnTo>
                  <a:lnTo>
                    <a:pt x="852" y="1102"/>
                  </a:lnTo>
                  <a:close/>
                  <a:moveTo>
                    <a:pt x="852" y="2204"/>
                  </a:moveTo>
                  <a:lnTo>
                    <a:pt x="867" y="2205"/>
                  </a:lnTo>
                  <a:lnTo>
                    <a:pt x="883" y="2207"/>
                  </a:lnTo>
                  <a:lnTo>
                    <a:pt x="897" y="2211"/>
                  </a:lnTo>
                  <a:lnTo>
                    <a:pt x="911" y="2216"/>
                  </a:lnTo>
                  <a:lnTo>
                    <a:pt x="924" y="2222"/>
                  </a:lnTo>
                  <a:lnTo>
                    <a:pt x="937" y="2229"/>
                  </a:lnTo>
                  <a:lnTo>
                    <a:pt x="948" y="2239"/>
                  </a:lnTo>
                  <a:lnTo>
                    <a:pt x="958" y="2248"/>
                  </a:lnTo>
                  <a:lnTo>
                    <a:pt x="969" y="2258"/>
                  </a:lnTo>
                  <a:lnTo>
                    <a:pt x="977" y="2271"/>
                  </a:lnTo>
                  <a:lnTo>
                    <a:pt x="984" y="2283"/>
                  </a:lnTo>
                  <a:lnTo>
                    <a:pt x="990" y="2296"/>
                  </a:lnTo>
                  <a:lnTo>
                    <a:pt x="995" y="2310"/>
                  </a:lnTo>
                  <a:lnTo>
                    <a:pt x="1000" y="2325"/>
                  </a:lnTo>
                  <a:lnTo>
                    <a:pt x="1002" y="2339"/>
                  </a:lnTo>
                  <a:lnTo>
                    <a:pt x="1003" y="2354"/>
                  </a:lnTo>
                  <a:lnTo>
                    <a:pt x="1003" y="3056"/>
                  </a:lnTo>
                  <a:lnTo>
                    <a:pt x="1002" y="3071"/>
                  </a:lnTo>
                  <a:lnTo>
                    <a:pt x="1000" y="3086"/>
                  </a:lnTo>
                  <a:lnTo>
                    <a:pt x="995" y="3100"/>
                  </a:lnTo>
                  <a:lnTo>
                    <a:pt x="990" y="3114"/>
                  </a:lnTo>
                  <a:lnTo>
                    <a:pt x="984" y="3127"/>
                  </a:lnTo>
                  <a:lnTo>
                    <a:pt x="977" y="3140"/>
                  </a:lnTo>
                  <a:lnTo>
                    <a:pt x="969" y="3151"/>
                  </a:lnTo>
                  <a:lnTo>
                    <a:pt x="958" y="3162"/>
                  </a:lnTo>
                  <a:lnTo>
                    <a:pt x="948" y="3172"/>
                  </a:lnTo>
                  <a:lnTo>
                    <a:pt x="937" y="3180"/>
                  </a:lnTo>
                  <a:lnTo>
                    <a:pt x="924" y="3188"/>
                  </a:lnTo>
                  <a:lnTo>
                    <a:pt x="911" y="3194"/>
                  </a:lnTo>
                  <a:lnTo>
                    <a:pt x="897" y="3200"/>
                  </a:lnTo>
                  <a:lnTo>
                    <a:pt x="883" y="3203"/>
                  </a:lnTo>
                  <a:lnTo>
                    <a:pt x="867" y="3205"/>
                  </a:lnTo>
                  <a:lnTo>
                    <a:pt x="852" y="3206"/>
                  </a:lnTo>
                  <a:lnTo>
                    <a:pt x="151" y="3206"/>
                  </a:lnTo>
                  <a:lnTo>
                    <a:pt x="136" y="3205"/>
                  </a:lnTo>
                  <a:lnTo>
                    <a:pt x="120" y="3203"/>
                  </a:lnTo>
                  <a:lnTo>
                    <a:pt x="106" y="3200"/>
                  </a:lnTo>
                  <a:lnTo>
                    <a:pt x="92" y="3194"/>
                  </a:lnTo>
                  <a:lnTo>
                    <a:pt x="79" y="3188"/>
                  </a:lnTo>
                  <a:lnTo>
                    <a:pt x="66" y="3180"/>
                  </a:lnTo>
                  <a:lnTo>
                    <a:pt x="55" y="3172"/>
                  </a:lnTo>
                  <a:lnTo>
                    <a:pt x="45" y="3162"/>
                  </a:lnTo>
                  <a:lnTo>
                    <a:pt x="34" y="3151"/>
                  </a:lnTo>
                  <a:lnTo>
                    <a:pt x="26" y="3140"/>
                  </a:lnTo>
                  <a:lnTo>
                    <a:pt x="19" y="3127"/>
                  </a:lnTo>
                  <a:lnTo>
                    <a:pt x="13" y="3114"/>
                  </a:lnTo>
                  <a:lnTo>
                    <a:pt x="7" y="3100"/>
                  </a:lnTo>
                  <a:lnTo>
                    <a:pt x="3" y="3086"/>
                  </a:lnTo>
                  <a:lnTo>
                    <a:pt x="1" y="3071"/>
                  </a:lnTo>
                  <a:lnTo>
                    <a:pt x="0" y="3056"/>
                  </a:lnTo>
                  <a:lnTo>
                    <a:pt x="0" y="2354"/>
                  </a:lnTo>
                  <a:lnTo>
                    <a:pt x="1" y="2339"/>
                  </a:lnTo>
                  <a:lnTo>
                    <a:pt x="3" y="2325"/>
                  </a:lnTo>
                  <a:lnTo>
                    <a:pt x="7" y="2310"/>
                  </a:lnTo>
                  <a:lnTo>
                    <a:pt x="13" y="2296"/>
                  </a:lnTo>
                  <a:lnTo>
                    <a:pt x="19" y="2283"/>
                  </a:lnTo>
                  <a:lnTo>
                    <a:pt x="26" y="2271"/>
                  </a:lnTo>
                  <a:lnTo>
                    <a:pt x="34" y="2258"/>
                  </a:lnTo>
                  <a:lnTo>
                    <a:pt x="45" y="2248"/>
                  </a:lnTo>
                  <a:lnTo>
                    <a:pt x="55" y="2239"/>
                  </a:lnTo>
                  <a:lnTo>
                    <a:pt x="66" y="2229"/>
                  </a:lnTo>
                  <a:lnTo>
                    <a:pt x="79" y="2222"/>
                  </a:lnTo>
                  <a:lnTo>
                    <a:pt x="92" y="2216"/>
                  </a:lnTo>
                  <a:lnTo>
                    <a:pt x="106" y="2211"/>
                  </a:lnTo>
                  <a:lnTo>
                    <a:pt x="120" y="2207"/>
                  </a:lnTo>
                  <a:lnTo>
                    <a:pt x="136" y="2205"/>
                  </a:lnTo>
                  <a:lnTo>
                    <a:pt x="150" y="2204"/>
                  </a:lnTo>
                  <a:lnTo>
                    <a:pt x="852" y="2204"/>
                  </a:lnTo>
                  <a:close/>
                  <a:moveTo>
                    <a:pt x="1955" y="3306"/>
                  </a:moveTo>
                  <a:lnTo>
                    <a:pt x="1970" y="3307"/>
                  </a:lnTo>
                  <a:lnTo>
                    <a:pt x="1985" y="3309"/>
                  </a:lnTo>
                  <a:lnTo>
                    <a:pt x="1999" y="3313"/>
                  </a:lnTo>
                  <a:lnTo>
                    <a:pt x="2014" y="3317"/>
                  </a:lnTo>
                  <a:lnTo>
                    <a:pt x="2026" y="3325"/>
                  </a:lnTo>
                  <a:lnTo>
                    <a:pt x="2038" y="3332"/>
                  </a:lnTo>
                  <a:lnTo>
                    <a:pt x="2050" y="3340"/>
                  </a:lnTo>
                  <a:lnTo>
                    <a:pt x="2061" y="3350"/>
                  </a:lnTo>
                  <a:lnTo>
                    <a:pt x="2070" y="3361"/>
                  </a:lnTo>
                  <a:lnTo>
                    <a:pt x="2080" y="3372"/>
                  </a:lnTo>
                  <a:lnTo>
                    <a:pt x="2087" y="3384"/>
                  </a:lnTo>
                  <a:lnTo>
                    <a:pt x="2093" y="3398"/>
                  </a:lnTo>
                  <a:lnTo>
                    <a:pt x="2098" y="3411"/>
                  </a:lnTo>
                  <a:lnTo>
                    <a:pt x="2101" y="3426"/>
                  </a:lnTo>
                  <a:lnTo>
                    <a:pt x="2104" y="3441"/>
                  </a:lnTo>
                  <a:lnTo>
                    <a:pt x="2104" y="3457"/>
                  </a:lnTo>
                  <a:lnTo>
                    <a:pt x="2104" y="4157"/>
                  </a:lnTo>
                  <a:lnTo>
                    <a:pt x="2104" y="4173"/>
                  </a:lnTo>
                  <a:lnTo>
                    <a:pt x="2101" y="4188"/>
                  </a:lnTo>
                  <a:lnTo>
                    <a:pt x="2098" y="4203"/>
                  </a:lnTo>
                  <a:lnTo>
                    <a:pt x="2093" y="4216"/>
                  </a:lnTo>
                  <a:lnTo>
                    <a:pt x="2087" y="4229"/>
                  </a:lnTo>
                  <a:lnTo>
                    <a:pt x="2080" y="4242"/>
                  </a:lnTo>
                  <a:lnTo>
                    <a:pt x="2070" y="4253"/>
                  </a:lnTo>
                  <a:lnTo>
                    <a:pt x="2061" y="4264"/>
                  </a:lnTo>
                  <a:lnTo>
                    <a:pt x="2050" y="4274"/>
                  </a:lnTo>
                  <a:lnTo>
                    <a:pt x="2038" y="4282"/>
                  </a:lnTo>
                  <a:lnTo>
                    <a:pt x="2026" y="4289"/>
                  </a:lnTo>
                  <a:lnTo>
                    <a:pt x="2014" y="4296"/>
                  </a:lnTo>
                  <a:lnTo>
                    <a:pt x="1999" y="4301"/>
                  </a:lnTo>
                  <a:lnTo>
                    <a:pt x="1985" y="4305"/>
                  </a:lnTo>
                  <a:lnTo>
                    <a:pt x="1970" y="4307"/>
                  </a:lnTo>
                  <a:lnTo>
                    <a:pt x="1955" y="4308"/>
                  </a:lnTo>
                  <a:lnTo>
                    <a:pt x="1253" y="4308"/>
                  </a:lnTo>
                  <a:lnTo>
                    <a:pt x="1237" y="4307"/>
                  </a:lnTo>
                  <a:lnTo>
                    <a:pt x="1223" y="4305"/>
                  </a:lnTo>
                  <a:lnTo>
                    <a:pt x="1208" y="4301"/>
                  </a:lnTo>
                  <a:lnTo>
                    <a:pt x="1195" y="4296"/>
                  </a:lnTo>
                  <a:lnTo>
                    <a:pt x="1181" y="4289"/>
                  </a:lnTo>
                  <a:lnTo>
                    <a:pt x="1169" y="4282"/>
                  </a:lnTo>
                  <a:lnTo>
                    <a:pt x="1158" y="4274"/>
                  </a:lnTo>
                  <a:lnTo>
                    <a:pt x="1146" y="4264"/>
                  </a:lnTo>
                  <a:lnTo>
                    <a:pt x="1137" y="4253"/>
                  </a:lnTo>
                  <a:lnTo>
                    <a:pt x="1129" y="4242"/>
                  </a:lnTo>
                  <a:lnTo>
                    <a:pt x="1121" y="4229"/>
                  </a:lnTo>
                  <a:lnTo>
                    <a:pt x="1114" y="4216"/>
                  </a:lnTo>
                  <a:lnTo>
                    <a:pt x="1109" y="4203"/>
                  </a:lnTo>
                  <a:lnTo>
                    <a:pt x="1106" y="4188"/>
                  </a:lnTo>
                  <a:lnTo>
                    <a:pt x="1103" y="4173"/>
                  </a:lnTo>
                  <a:lnTo>
                    <a:pt x="1103" y="4157"/>
                  </a:lnTo>
                  <a:lnTo>
                    <a:pt x="1103" y="3457"/>
                  </a:lnTo>
                  <a:lnTo>
                    <a:pt x="1103" y="3441"/>
                  </a:lnTo>
                  <a:lnTo>
                    <a:pt x="1106" y="3426"/>
                  </a:lnTo>
                  <a:lnTo>
                    <a:pt x="1109" y="3411"/>
                  </a:lnTo>
                  <a:lnTo>
                    <a:pt x="1114" y="3398"/>
                  </a:lnTo>
                  <a:lnTo>
                    <a:pt x="1121" y="3384"/>
                  </a:lnTo>
                  <a:lnTo>
                    <a:pt x="1129" y="3372"/>
                  </a:lnTo>
                  <a:lnTo>
                    <a:pt x="1137" y="3361"/>
                  </a:lnTo>
                  <a:lnTo>
                    <a:pt x="1146" y="3350"/>
                  </a:lnTo>
                  <a:lnTo>
                    <a:pt x="1158" y="3340"/>
                  </a:lnTo>
                  <a:lnTo>
                    <a:pt x="1169" y="3332"/>
                  </a:lnTo>
                  <a:lnTo>
                    <a:pt x="1181" y="3325"/>
                  </a:lnTo>
                  <a:lnTo>
                    <a:pt x="1195" y="3317"/>
                  </a:lnTo>
                  <a:lnTo>
                    <a:pt x="1208" y="3313"/>
                  </a:lnTo>
                  <a:lnTo>
                    <a:pt x="1223" y="3309"/>
                  </a:lnTo>
                  <a:lnTo>
                    <a:pt x="1237" y="3307"/>
                  </a:lnTo>
                  <a:lnTo>
                    <a:pt x="1253" y="3306"/>
                  </a:lnTo>
                  <a:lnTo>
                    <a:pt x="1955" y="3306"/>
                  </a:lnTo>
                  <a:close/>
                  <a:moveTo>
                    <a:pt x="1955" y="0"/>
                  </a:moveTo>
                  <a:lnTo>
                    <a:pt x="1970" y="1"/>
                  </a:lnTo>
                  <a:lnTo>
                    <a:pt x="1985" y="3"/>
                  </a:lnTo>
                  <a:lnTo>
                    <a:pt x="1999" y="7"/>
                  </a:lnTo>
                  <a:lnTo>
                    <a:pt x="2014" y="11"/>
                  </a:lnTo>
                  <a:lnTo>
                    <a:pt x="2026" y="19"/>
                  </a:lnTo>
                  <a:lnTo>
                    <a:pt x="2038" y="26"/>
                  </a:lnTo>
                  <a:lnTo>
                    <a:pt x="2050" y="34"/>
                  </a:lnTo>
                  <a:lnTo>
                    <a:pt x="2061" y="45"/>
                  </a:lnTo>
                  <a:lnTo>
                    <a:pt x="2070" y="55"/>
                  </a:lnTo>
                  <a:lnTo>
                    <a:pt x="2080" y="66"/>
                  </a:lnTo>
                  <a:lnTo>
                    <a:pt x="2087" y="79"/>
                  </a:lnTo>
                  <a:lnTo>
                    <a:pt x="2093" y="92"/>
                  </a:lnTo>
                  <a:lnTo>
                    <a:pt x="2098" y="106"/>
                  </a:lnTo>
                  <a:lnTo>
                    <a:pt x="2101" y="120"/>
                  </a:lnTo>
                  <a:lnTo>
                    <a:pt x="2104" y="135"/>
                  </a:lnTo>
                  <a:lnTo>
                    <a:pt x="2104" y="150"/>
                  </a:lnTo>
                  <a:lnTo>
                    <a:pt x="2104" y="851"/>
                  </a:lnTo>
                  <a:lnTo>
                    <a:pt x="2104" y="867"/>
                  </a:lnTo>
                  <a:lnTo>
                    <a:pt x="2101" y="882"/>
                  </a:lnTo>
                  <a:lnTo>
                    <a:pt x="2098" y="897"/>
                  </a:lnTo>
                  <a:lnTo>
                    <a:pt x="2093" y="910"/>
                  </a:lnTo>
                  <a:lnTo>
                    <a:pt x="2087" y="924"/>
                  </a:lnTo>
                  <a:lnTo>
                    <a:pt x="2080" y="936"/>
                  </a:lnTo>
                  <a:lnTo>
                    <a:pt x="2070" y="947"/>
                  </a:lnTo>
                  <a:lnTo>
                    <a:pt x="2061" y="958"/>
                  </a:lnTo>
                  <a:lnTo>
                    <a:pt x="2050" y="968"/>
                  </a:lnTo>
                  <a:lnTo>
                    <a:pt x="2038" y="976"/>
                  </a:lnTo>
                  <a:lnTo>
                    <a:pt x="2026" y="984"/>
                  </a:lnTo>
                  <a:lnTo>
                    <a:pt x="2014" y="990"/>
                  </a:lnTo>
                  <a:lnTo>
                    <a:pt x="1999" y="995"/>
                  </a:lnTo>
                  <a:lnTo>
                    <a:pt x="1985" y="999"/>
                  </a:lnTo>
                  <a:lnTo>
                    <a:pt x="1970" y="1001"/>
                  </a:lnTo>
                  <a:lnTo>
                    <a:pt x="1955" y="1002"/>
                  </a:lnTo>
                  <a:lnTo>
                    <a:pt x="1253" y="1002"/>
                  </a:lnTo>
                  <a:lnTo>
                    <a:pt x="1237" y="1001"/>
                  </a:lnTo>
                  <a:lnTo>
                    <a:pt x="1223" y="999"/>
                  </a:lnTo>
                  <a:lnTo>
                    <a:pt x="1208" y="995"/>
                  </a:lnTo>
                  <a:lnTo>
                    <a:pt x="1195" y="990"/>
                  </a:lnTo>
                  <a:lnTo>
                    <a:pt x="1181" y="984"/>
                  </a:lnTo>
                  <a:lnTo>
                    <a:pt x="1169" y="976"/>
                  </a:lnTo>
                  <a:lnTo>
                    <a:pt x="1158" y="968"/>
                  </a:lnTo>
                  <a:lnTo>
                    <a:pt x="1146" y="958"/>
                  </a:lnTo>
                  <a:lnTo>
                    <a:pt x="1137" y="947"/>
                  </a:lnTo>
                  <a:lnTo>
                    <a:pt x="1129" y="936"/>
                  </a:lnTo>
                  <a:lnTo>
                    <a:pt x="1121" y="924"/>
                  </a:lnTo>
                  <a:lnTo>
                    <a:pt x="1114" y="910"/>
                  </a:lnTo>
                  <a:lnTo>
                    <a:pt x="1109" y="897"/>
                  </a:lnTo>
                  <a:lnTo>
                    <a:pt x="1106" y="882"/>
                  </a:lnTo>
                  <a:lnTo>
                    <a:pt x="1103" y="867"/>
                  </a:lnTo>
                  <a:lnTo>
                    <a:pt x="1103" y="851"/>
                  </a:lnTo>
                  <a:lnTo>
                    <a:pt x="1103" y="150"/>
                  </a:lnTo>
                  <a:lnTo>
                    <a:pt x="1103" y="135"/>
                  </a:lnTo>
                  <a:lnTo>
                    <a:pt x="1106" y="120"/>
                  </a:lnTo>
                  <a:lnTo>
                    <a:pt x="1109" y="106"/>
                  </a:lnTo>
                  <a:lnTo>
                    <a:pt x="1114" y="92"/>
                  </a:lnTo>
                  <a:lnTo>
                    <a:pt x="1121" y="79"/>
                  </a:lnTo>
                  <a:lnTo>
                    <a:pt x="1129" y="66"/>
                  </a:lnTo>
                  <a:lnTo>
                    <a:pt x="1137" y="55"/>
                  </a:lnTo>
                  <a:lnTo>
                    <a:pt x="1146" y="45"/>
                  </a:lnTo>
                  <a:lnTo>
                    <a:pt x="1158" y="34"/>
                  </a:lnTo>
                  <a:lnTo>
                    <a:pt x="1169" y="26"/>
                  </a:lnTo>
                  <a:lnTo>
                    <a:pt x="1181" y="19"/>
                  </a:lnTo>
                  <a:lnTo>
                    <a:pt x="1195" y="11"/>
                  </a:lnTo>
                  <a:lnTo>
                    <a:pt x="1208" y="7"/>
                  </a:lnTo>
                  <a:lnTo>
                    <a:pt x="1223" y="3"/>
                  </a:lnTo>
                  <a:lnTo>
                    <a:pt x="1237" y="1"/>
                  </a:lnTo>
                  <a:lnTo>
                    <a:pt x="1253" y="0"/>
                  </a:lnTo>
                  <a:lnTo>
                    <a:pt x="1955" y="0"/>
                  </a:lnTo>
                  <a:close/>
                  <a:moveTo>
                    <a:pt x="1955" y="1102"/>
                  </a:moveTo>
                  <a:lnTo>
                    <a:pt x="1970" y="1102"/>
                  </a:lnTo>
                  <a:lnTo>
                    <a:pt x="1985" y="1106"/>
                  </a:lnTo>
                  <a:lnTo>
                    <a:pt x="1999" y="1109"/>
                  </a:lnTo>
                  <a:lnTo>
                    <a:pt x="2014" y="1114"/>
                  </a:lnTo>
                  <a:lnTo>
                    <a:pt x="2026" y="1120"/>
                  </a:lnTo>
                  <a:lnTo>
                    <a:pt x="2038" y="1128"/>
                  </a:lnTo>
                  <a:lnTo>
                    <a:pt x="2050" y="1136"/>
                  </a:lnTo>
                  <a:lnTo>
                    <a:pt x="2061" y="1146"/>
                  </a:lnTo>
                  <a:lnTo>
                    <a:pt x="2070" y="1157"/>
                  </a:lnTo>
                  <a:lnTo>
                    <a:pt x="2080" y="1169"/>
                  </a:lnTo>
                  <a:lnTo>
                    <a:pt x="2087" y="1181"/>
                  </a:lnTo>
                  <a:lnTo>
                    <a:pt x="2093" y="1194"/>
                  </a:lnTo>
                  <a:lnTo>
                    <a:pt x="2098" y="1208"/>
                  </a:lnTo>
                  <a:lnTo>
                    <a:pt x="2101" y="1222"/>
                  </a:lnTo>
                  <a:lnTo>
                    <a:pt x="2104" y="1237"/>
                  </a:lnTo>
                  <a:lnTo>
                    <a:pt x="2104" y="1252"/>
                  </a:lnTo>
                  <a:lnTo>
                    <a:pt x="2104" y="1954"/>
                  </a:lnTo>
                  <a:lnTo>
                    <a:pt x="2104" y="1969"/>
                  </a:lnTo>
                  <a:lnTo>
                    <a:pt x="2101" y="1984"/>
                  </a:lnTo>
                  <a:lnTo>
                    <a:pt x="2098" y="1998"/>
                  </a:lnTo>
                  <a:lnTo>
                    <a:pt x="2093" y="2013"/>
                  </a:lnTo>
                  <a:lnTo>
                    <a:pt x="2087" y="2025"/>
                  </a:lnTo>
                  <a:lnTo>
                    <a:pt x="2080" y="2037"/>
                  </a:lnTo>
                  <a:lnTo>
                    <a:pt x="2070" y="2050"/>
                  </a:lnTo>
                  <a:lnTo>
                    <a:pt x="2061" y="2060"/>
                  </a:lnTo>
                  <a:lnTo>
                    <a:pt x="2050" y="2069"/>
                  </a:lnTo>
                  <a:lnTo>
                    <a:pt x="2038" y="2079"/>
                  </a:lnTo>
                  <a:lnTo>
                    <a:pt x="2026" y="2086"/>
                  </a:lnTo>
                  <a:lnTo>
                    <a:pt x="2014" y="2092"/>
                  </a:lnTo>
                  <a:lnTo>
                    <a:pt x="1999" y="2097"/>
                  </a:lnTo>
                  <a:lnTo>
                    <a:pt x="1985" y="2101"/>
                  </a:lnTo>
                  <a:lnTo>
                    <a:pt x="1970" y="2103"/>
                  </a:lnTo>
                  <a:lnTo>
                    <a:pt x="1955" y="2104"/>
                  </a:lnTo>
                  <a:lnTo>
                    <a:pt x="1253" y="2103"/>
                  </a:lnTo>
                  <a:lnTo>
                    <a:pt x="1237" y="2103"/>
                  </a:lnTo>
                  <a:lnTo>
                    <a:pt x="1223" y="2101"/>
                  </a:lnTo>
                  <a:lnTo>
                    <a:pt x="1208" y="2097"/>
                  </a:lnTo>
                  <a:lnTo>
                    <a:pt x="1195" y="2092"/>
                  </a:lnTo>
                  <a:lnTo>
                    <a:pt x="1181" y="2086"/>
                  </a:lnTo>
                  <a:lnTo>
                    <a:pt x="1169" y="2079"/>
                  </a:lnTo>
                  <a:lnTo>
                    <a:pt x="1158" y="2069"/>
                  </a:lnTo>
                  <a:lnTo>
                    <a:pt x="1146" y="2060"/>
                  </a:lnTo>
                  <a:lnTo>
                    <a:pt x="1137" y="2050"/>
                  </a:lnTo>
                  <a:lnTo>
                    <a:pt x="1129" y="2037"/>
                  </a:lnTo>
                  <a:lnTo>
                    <a:pt x="1121" y="2025"/>
                  </a:lnTo>
                  <a:lnTo>
                    <a:pt x="1114" y="2013"/>
                  </a:lnTo>
                  <a:lnTo>
                    <a:pt x="1109" y="1998"/>
                  </a:lnTo>
                  <a:lnTo>
                    <a:pt x="1106" y="1984"/>
                  </a:lnTo>
                  <a:lnTo>
                    <a:pt x="1103" y="1969"/>
                  </a:lnTo>
                  <a:lnTo>
                    <a:pt x="1103" y="1954"/>
                  </a:lnTo>
                  <a:lnTo>
                    <a:pt x="1103" y="1252"/>
                  </a:lnTo>
                  <a:lnTo>
                    <a:pt x="1103" y="1237"/>
                  </a:lnTo>
                  <a:lnTo>
                    <a:pt x="1106" y="1222"/>
                  </a:lnTo>
                  <a:lnTo>
                    <a:pt x="1109" y="1208"/>
                  </a:lnTo>
                  <a:lnTo>
                    <a:pt x="1114" y="1194"/>
                  </a:lnTo>
                  <a:lnTo>
                    <a:pt x="1121" y="1181"/>
                  </a:lnTo>
                  <a:lnTo>
                    <a:pt x="1129" y="1169"/>
                  </a:lnTo>
                  <a:lnTo>
                    <a:pt x="1137" y="1157"/>
                  </a:lnTo>
                  <a:lnTo>
                    <a:pt x="1146" y="1146"/>
                  </a:lnTo>
                  <a:lnTo>
                    <a:pt x="1158" y="1136"/>
                  </a:lnTo>
                  <a:lnTo>
                    <a:pt x="1169" y="1128"/>
                  </a:lnTo>
                  <a:lnTo>
                    <a:pt x="1181" y="1120"/>
                  </a:lnTo>
                  <a:lnTo>
                    <a:pt x="1195" y="1114"/>
                  </a:lnTo>
                  <a:lnTo>
                    <a:pt x="1208" y="1109"/>
                  </a:lnTo>
                  <a:lnTo>
                    <a:pt x="1223" y="1106"/>
                  </a:lnTo>
                  <a:lnTo>
                    <a:pt x="1237" y="1102"/>
                  </a:lnTo>
                  <a:lnTo>
                    <a:pt x="1253" y="1102"/>
                  </a:lnTo>
                  <a:lnTo>
                    <a:pt x="1955" y="1102"/>
                  </a:lnTo>
                  <a:close/>
                  <a:moveTo>
                    <a:pt x="1955" y="2204"/>
                  </a:moveTo>
                  <a:lnTo>
                    <a:pt x="1970" y="2205"/>
                  </a:lnTo>
                  <a:lnTo>
                    <a:pt x="1985" y="2207"/>
                  </a:lnTo>
                  <a:lnTo>
                    <a:pt x="1999" y="2211"/>
                  </a:lnTo>
                  <a:lnTo>
                    <a:pt x="2014" y="2216"/>
                  </a:lnTo>
                  <a:lnTo>
                    <a:pt x="2026" y="2222"/>
                  </a:lnTo>
                  <a:lnTo>
                    <a:pt x="2038" y="2229"/>
                  </a:lnTo>
                  <a:lnTo>
                    <a:pt x="2050" y="2239"/>
                  </a:lnTo>
                  <a:lnTo>
                    <a:pt x="2061" y="2248"/>
                  </a:lnTo>
                  <a:lnTo>
                    <a:pt x="2070" y="2258"/>
                  </a:lnTo>
                  <a:lnTo>
                    <a:pt x="2080" y="2271"/>
                  </a:lnTo>
                  <a:lnTo>
                    <a:pt x="2087" y="2283"/>
                  </a:lnTo>
                  <a:lnTo>
                    <a:pt x="2093" y="2296"/>
                  </a:lnTo>
                  <a:lnTo>
                    <a:pt x="2098" y="2310"/>
                  </a:lnTo>
                  <a:lnTo>
                    <a:pt x="2101" y="2325"/>
                  </a:lnTo>
                  <a:lnTo>
                    <a:pt x="2104" y="2339"/>
                  </a:lnTo>
                  <a:lnTo>
                    <a:pt x="2104" y="2354"/>
                  </a:lnTo>
                  <a:lnTo>
                    <a:pt x="2104" y="3056"/>
                  </a:lnTo>
                  <a:lnTo>
                    <a:pt x="2104" y="3071"/>
                  </a:lnTo>
                  <a:lnTo>
                    <a:pt x="2101" y="3086"/>
                  </a:lnTo>
                  <a:lnTo>
                    <a:pt x="2098" y="3100"/>
                  </a:lnTo>
                  <a:lnTo>
                    <a:pt x="2093" y="3114"/>
                  </a:lnTo>
                  <a:lnTo>
                    <a:pt x="2087" y="3127"/>
                  </a:lnTo>
                  <a:lnTo>
                    <a:pt x="2080" y="3140"/>
                  </a:lnTo>
                  <a:lnTo>
                    <a:pt x="2070" y="3151"/>
                  </a:lnTo>
                  <a:lnTo>
                    <a:pt x="2061" y="3162"/>
                  </a:lnTo>
                  <a:lnTo>
                    <a:pt x="2050" y="3172"/>
                  </a:lnTo>
                  <a:lnTo>
                    <a:pt x="2038" y="3180"/>
                  </a:lnTo>
                  <a:lnTo>
                    <a:pt x="2026" y="3188"/>
                  </a:lnTo>
                  <a:lnTo>
                    <a:pt x="2014" y="3194"/>
                  </a:lnTo>
                  <a:lnTo>
                    <a:pt x="1999" y="3200"/>
                  </a:lnTo>
                  <a:lnTo>
                    <a:pt x="1985" y="3203"/>
                  </a:lnTo>
                  <a:lnTo>
                    <a:pt x="1970" y="3205"/>
                  </a:lnTo>
                  <a:lnTo>
                    <a:pt x="1955" y="3206"/>
                  </a:lnTo>
                  <a:lnTo>
                    <a:pt x="1253" y="3206"/>
                  </a:lnTo>
                  <a:lnTo>
                    <a:pt x="1237" y="3205"/>
                  </a:lnTo>
                  <a:lnTo>
                    <a:pt x="1223" y="3203"/>
                  </a:lnTo>
                  <a:lnTo>
                    <a:pt x="1208" y="3200"/>
                  </a:lnTo>
                  <a:lnTo>
                    <a:pt x="1195" y="3194"/>
                  </a:lnTo>
                  <a:lnTo>
                    <a:pt x="1181" y="3188"/>
                  </a:lnTo>
                  <a:lnTo>
                    <a:pt x="1169" y="3180"/>
                  </a:lnTo>
                  <a:lnTo>
                    <a:pt x="1158" y="3172"/>
                  </a:lnTo>
                  <a:lnTo>
                    <a:pt x="1146" y="3162"/>
                  </a:lnTo>
                  <a:lnTo>
                    <a:pt x="1137" y="3151"/>
                  </a:lnTo>
                  <a:lnTo>
                    <a:pt x="1129" y="3140"/>
                  </a:lnTo>
                  <a:lnTo>
                    <a:pt x="1121" y="3127"/>
                  </a:lnTo>
                  <a:lnTo>
                    <a:pt x="1114" y="3114"/>
                  </a:lnTo>
                  <a:lnTo>
                    <a:pt x="1109" y="3100"/>
                  </a:lnTo>
                  <a:lnTo>
                    <a:pt x="1106" y="3086"/>
                  </a:lnTo>
                  <a:lnTo>
                    <a:pt x="1103" y="3071"/>
                  </a:lnTo>
                  <a:lnTo>
                    <a:pt x="1103" y="3056"/>
                  </a:lnTo>
                  <a:lnTo>
                    <a:pt x="1103" y="2354"/>
                  </a:lnTo>
                  <a:lnTo>
                    <a:pt x="1103" y="2339"/>
                  </a:lnTo>
                  <a:lnTo>
                    <a:pt x="1106" y="2325"/>
                  </a:lnTo>
                  <a:lnTo>
                    <a:pt x="1109" y="2310"/>
                  </a:lnTo>
                  <a:lnTo>
                    <a:pt x="1114" y="2296"/>
                  </a:lnTo>
                  <a:lnTo>
                    <a:pt x="1121" y="2283"/>
                  </a:lnTo>
                  <a:lnTo>
                    <a:pt x="1129" y="2271"/>
                  </a:lnTo>
                  <a:lnTo>
                    <a:pt x="1137" y="2258"/>
                  </a:lnTo>
                  <a:lnTo>
                    <a:pt x="1146" y="2248"/>
                  </a:lnTo>
                  <a:lnTo>
                    <a:pt x="1158" y="2239"/>
                  </a:lnTo>
                  <a:lnTo>
                    <a:pt x="1169" y="2229"/>
                  </a:lnTo>
                  <a:lnTo>
                    <a:pt x="1181" y="2222"/>
                  </a:lnTo>
                  <a:lnTo>
                    <a:pt x="1195" y="2216"/>
                  </a:lnTo>
                  <a:lnTo>
                    <a:pt x="1208" y="2211"/>
                  </a:lnTo>
                  <a:lnTo>
                    <a:pt x="1223" y="2207"/>
                  </a:lnTo>
                  <a:lnTo>
                    <a:pt x="1237" y="2205"/>
                  </a:lnTo>
                  <a:lnTo>
                    <a:pt x="1253" y="2204"/>
                  </a:lnTo>
                  <a:lnTo>
                    <a:pt x="1955" y="2204"/>
                  </a:lnTo>
                  <a:close/>
                  <a:moveTo>
                    <a:pt x="3057" y="0"/>
                  </a:moveTo>
                  <a:lnTo>
                    <a:pt x="3072" y="1"/>
                  </a:lnTo>
                  <a:lnTo>
                    <a:pt x="3087" y="3"/>
                  </a:lnTo>
                  <a:lnTo>
                    <a:pt x="3102" y="7"/>
                  </a:lnTo>
                  <a:lnTo>
                    <a:pt x="3115" y="11"/>
                  </a:lnTo>
                  <a:lnTo>
                    <a:pt x="3129" y="19"/>
                  </a:lnTo>
                  <a:lnTo>
                    <a:pt x="3141" y="26"/>
                  </a:lnTo>
                  <a:lnTo>
                    <a:pt x="3152" y="34"/>
                  </a:lnTo>
                  <a:lnTo>
                    <a:pt x="3163" y="45"/>
                  </a:lnTo>
                  <a:lnTo>
                    <a:pt x="3173" y="55"/>
                  </a:lnTo>
                  <a:lnTo>
                    <a:pt x="3181" y="66"/>
                  </a:lnTo>
                  <a:lnTo>
                    <a:pt x="3189" y="79"/>
                  </a:lnTo>
                  <a:lnTo>
                    <a:pt x="3196" y="92"/>
                  </a:lnTo>
                  <a:lnTo>
                    <a:pt x="3200" y="106"/>
                  </a:lnTo>
                  <a:lnTo>
                    <a:pt x="3204" y="120"/>
                  </a:lnTo>
                  <a:lnTo>
                    <a:pt x="3206" y="135"/>
                  </a:lnTo>
                  <a:lnTo>
                    <a:pt x="3207" y="150"/>
                  </a:lnTo>
                  <a:lnTo>
                    <a:pt x="3207" y="851"/>
                  </a:lnTo>
                  <a:lnTo>
                    <a:pt x="3206" y="867"/>
                  </a:lnTo>
                  <a:lnTo>
                    <a:pt x="3204" y="882"/>
                  </a:lnTo>
                  <a:lnTo>
                    <a:pt x="3200" y="897"/>
                  </a:lnTo>
                  <a:lnTo>
                    <a:pt x="3196" y="910"/>
                  </a:lnTo>
                  <a:lnTo>
                    <a:pt x="3189" y="924"/>
                  </a:lnTo>
                  <a:lnTo>
                    <a:pt x="3181" y="936"/>
                  </a:lnTo>
                  <a:lnTo>
                    <a:pt x="3173" y="947"/>
                  </a:lnTo>
                  <a:lnTo>
                    <a:pt x="3163" y="958"/>
                  </a:lnTo>
                  <a:lnTo>
                    <a:pt x="3152" y="968"/>
                  </a:lnTo>
                  <a:lnTo>
                    <a:pt x="3141" y="976"/>
                  </a:lnTo>
                  <a:lnTo>
                    <a:pt x="3129" y="984"/>
                  </a:lnTo>
                  <a:lnTo>
                    <a:pt x="3115" y="990"/>
                  </a:lnTo>
                  <a:lnTo>
                    <a:pt x="3102" y="995"/>
                  </a:lnTo>
                  <a:lnTo>
                    <a:pt x="3087" y="999"/>
                  </a:lnTo>
                  <a:lnTo>
                    <a:pt x="3072" y="1001"/>
                  </a:lnTo>
                  <a:lnTo>
                    <a:pt x="3057" y="1002"/>
                  </a:lnTo>
                  <a:lnTo>
                    <a:pt x="2356" y="1002"/>
                  </a:lnTo>
                  <a:lnTo>
                    <a:pt x="2340" y="1001"/>
                  </a:lnTo>
                  <a:lnTo>
                    <a:pt x="2325" y="999"/>
                  </a:lnTo>
                  <a:lnTo>
                    <a:pt x="2310" y="995"/>
                  </a:lnTo>
                  <a:lnTo>
                    <a:pt x="2297" y="990"/>
                  </a:lnTo>
                  <a:lnTo>
                    <a:pt x="2283" y="984"/>
                  </a:lnTo>
                  <a:lnTo>
                    <a:pt x="2271" y="976"/>
                  </a:lnTo>
                  <a:lnTo>
                    <a:pt x="2260" y="968"/>
                  </a:lnTo>
                  <a:lnTo>
                    <a:pt x="2249" y="958"/>
                  </a:lnTo>
                  <a:lnTo>
                    <a:pt x="2240" y="947"/>
                  </a:lnTo>
                  <a:lnTo>
                    <a:pt x="2231" y="936"/>
                  </a:lnTo>
                  <a:lnTo>
                    <a:pt x="2223" y="924"/>
                  </a:lnTo>
                  <a:lnTo>
                    <a:pt x="2217" y="910"/>
                  </a:lnTo>
                  <a:lnTo>
                    <a:pt x="2212" y="897"/>
                  </a:lnTo>
                  <a:lnTo>
                    <a:pt x="2208" y="882"/>
                  </a:lnTo>
                  <a:lnTo>
                    <a:pt x="2206" y="867"/>
                  </a:lnTo>
                  <a:lnTo>
                    <a:pt x="2205" y="851"/>
                  </a:lnTo>
                  <a:lnTo>
                    <a:pt x="2205" y="150"/>
                  </a:lnTo>
                  <a:lnTo>
                    <a:pt x="2206" y="135"/>
                  </a:lnTo>
                  <a:lnTo>
                    <a:pt x="2208" y="120"/>
                  </a:lnTo>
                  <a:lnTo>
                    <a:pt x="2212" y="106"/>
                  </a:lnTo>
                  <a:lnTo>
                    <a:pt x="2217" y="92"/>
                  </a:lnTo>
                  <a:lnTo>
                    <a:pt x="2223" y="79"/>
                  </a:lnTo>
                  <a:lnTo>
                    <a:pt x="2231" y="66"/>
                  </a:lnTo>
                  <a:lnTo>
                    <a:pt x="2240" y="55"/>
                  </a:lnTo>
                  <a:lnTo>
                    <a:pt x="2249" y="45"/>
                  </a:lnTo>
                  <a:lnTo>
                    <a:pt x="2260" y="34"/>
                  </a:lnTo>
                  <a:lnTo>
                    <a:pt x="2271" y="26"/>
                  </a:lnTo>
                  <a:lnTo>
                    <a:pt x="2283" y="19"/>
                  </a:lnTo>
                  <a:lnTo>
                    <a:pt x="2297" y="11"/>
                  </a:lnTo>
                  <a:lnTo>
                    <a:pt x="2310" y="7"/>
                  </a:lnTo>
                  <a:lnTo>
                    <a:pt x="2325" y="3"/>
                  </a:lnTo>
                  <a:lnTo>
                    <a:pt x="2340" y="1"/>
                  </a:lnTo>
                  <a:lnTo>
                    <a:pt x="2356" y="0"/>
                  </a:lnTo>
                  <a:lnTo>
                    <a:pt x="305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22"/>
            <p:cNvSpPr/>
            <p:nvPr/>
          </p:nvSpPr>
          <p:spPr>
            <a:xfrm>
              <a:off x="68" y="3004"/>
              <a:ext cx="46" cy="46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1063" y="531"/>
                  </a:moveTo>
                  <a:lnTo>
                    <a:pt x="1063" y="558"/>
                  </a:lnTo>
                  <a:lnTo>
                    <a:pt x="1060" y="586"/>
                  </a:lnTo>
                  <a:lnTo>
                    <a:pt x="1056" y="612"/>
                  </a:lnTo>
                  <a:lnTo>
                    <a:pt x="1052" y="638"/>
                  </a:lnTo>
                  <a:lnTo>
                    <a:pt x="1046" y="664"/>
                  </a:lnTo>
                  <a:lnTo>
                    <a:pt x="1039" y="689"/>
                  </a:lnTo>
                  <a:lnTo>
                    <a:pt x="1030" y="714"/>
                  </a:lnTo>
                  <a:lnTo>
                    <a:pt x="1021" y="738"/>
                  </a:lnTo>
                  <a:lnTo>
                    <a:pt x="1010" y="761"/>
                  </a:lnTo>
                  <a:lnTo>
                    <a:pt x="998" y="784"/>
                  </a:lnTo>
                  <a:lnTo>
                    <a:pt x="986" y="807"/>
                  </a:lnTo>
                  <a:lnTo>
                    <a:pt x="972" y="829"/>
                  </a:lnTo>
                  <a:lnTo>
                    <a:pt x="957" y="849"/>
                  </a:lnTo>
                  <a:lnTo>
                    <a:pt x="942" y="869"/>
                  </a:lnTo>
                  <a:lnTo>
                    <a:pt x="925" y="888"/>
                  </a:lnTo>
                  <a:lnTo>
                    <a:pt x="907" y="907"/>
                  </a:lnTo>
                  <a:lnTo>
                    <a:pt x="889" y="925"/>
                  </a:lnTo>
                  <a:lnTo>
                    <a:pt x="869" y="941"/>
                  </a:lnTo>
                  <a:lnTo>
                    <a:pt x="850" y="957"/>
                  </a:lnTo>
                  <a:lnTo>
                    <a:pt x="828" y="971"/>
                  </a:lnTo>
                  <a:lnTo>
                    <a:pt x="807" y="986"/>
                  </a:lnTo>
                  <a:lnTo>
                    <a:pt x="784" y="998"/>
                  </a:lnTo>
                  <a:lnTo>
                    <a:pt x="762" y="1010"/>
                  </a:lnTo>
                  <a:lnTo>
                    <a:pt x="738" y="1021"/>
                  </a:lnTo>
                  <a:lnTo>
                    <a:pt x="714" y="1030"/>
                  </a:lnTo>
                  <a:lnTo>
                    <a:pt x="689" y="1038"/>
                  </a:lnTo>
                  <a:lnTo>
                    <a:pt x="664" y="1045"/>
                  </a:lnTo>
                  <a:lnTo>
                    <a:pt x="639" y="1052"/>
                  </a:lnTo>
                  <a:lnTo>
                    <a:pt x="612" y="1056"/>
                  </a:lnTo>
                  <a:lnTo>
                    <a:pt x="586" y="1060"/>
                  </a:lnTo>
                  <a:lnTo>
                    <a:pt x="558" y="1062"/>
                  </a:lnTo>
                  <a:lnTo>
                    <a:pt x="531" y="1062"/>
                  </a:lnTo>
                  <a:lnTo>
                    <a:pt x="504" y="1062"/>
                  </a:lnTo>
                  <a:lnTo>
                    <a:pt x="476" y="1060"/>
                  </a:lnTo>
                  <a:lnTo>
                    <a:pt x="451" y="1056"/>
                  </a:lnTo>
                  <a:lnTo>
                    <a:pt x="424" y="1052"/>
                  </a:lnTo>
                  <a:lnTo>
                    <a:pt x="399" y="1045"/>
                  </a:lnTo>
                  <a:lnTo>
                    <a:pt x="373" y="1038"/>
                  </a:lnTo>
                  <a:lnTo>
                    <a:pt x="348" y="1030"/>
                  </a:lnTo>
                  <a:lnTo>
                    <a:pt x="325" y="1021"/>
                  </a:lnTo>
                  <a:lnTo>
                    <a:pt x="301" y="1010"/>
                  </a:lnTo>
                  <a:lnTo>
                    <a:pt x="278" y="998"/>
                  </a:lnTo>
                  <a:lnTo>
                    <a:pt x="255" y="986"/>
                  </a:lnTo>
                  <a:lnTo>
                    <a:pt x="235" y="971"/>
                  </a:lnTo>
                  <a:lnTo>
                    <a:pt x="213" y="957"/>
                  </a:lnTo>
                  <a:lnTo>
                    <a:pt x="193" y="941"/>
                  </a:lnTo>
                  <a:lnTo>
                    <a:pt x="174" y="925"/>
                  </a:lnTo>
                  <a:lnTo>
                    <a:pt x="156" y="907"/>
                  </a:lnTo>
                  <a:lnTo>
                    <a:pt x="138" y="888"/>
                  </a:lnTo>
                  <a:lnTo>
                    <a:pt x="121" y="869"/>
                  </a:lnTo>
                  <a:lnTo>
                    <a:pt x="105" y="849"/>
                  </a:lnTo>
                  <a:lnTo>
                    <a:pt x="91" y="829"/>
                  </a:lnTo>
                  <a:lnTo>
                    <a:pt x="76" y="807"/>
                  </a:lnTo>
                  <a:lnTo>
                    <a:pt x="64" y="784"/>
                  </a:lnTo>
                  <a:lnTo>
                    <a:pt x="53" y="761"/>
                  </a:lnTo>
                  <a:lnTo>
                    <a:pt x="41" y="738"/>
                  </a:lnTo>
                  <a:lnTo>
                    <a:pt x="32" y="714"/>
                  </a:lnTo>
                  <a:lnTo>
                    <a:pt x="24" y="689"/>
                  </a:lnTo>
                  <a:lnTo>
                    <a:pt x="17" y="664"/>
                  </a:lnTo>
                  <a:lnTo>
                    <a:pt x="10" y="638"/>
                  </a:lnTo>
                  <a:lnTo>
                    <a:pt x="6" y="612"/>
                  </a:lnTo>
                  <a:lnTo>
                    <a:pt x="3" y="586"/>
                  </a:lnTo>
                  <a:lnTo>
                    <a:pt x="1" y="558"/>
                  </a:lnTo>
                  <a:lnTo>
                    <a:pt x="0" y="531"/>
                  </a:lnTo>
                  <a:lnTo>
                    <a:pt x="1" y="504"/>
                  </a:lnTo>
                  <a:lnTo>
                    <a:pt x="3" y="476"/>
                  </a:lnTo>
                  <a:lnTo>
                    <a:pt x="6" y="450"/>
                  </a:lnTo>
                  <a:lnTo>
                    <a:pt x="10" y="424"/>
                  </a:lnTo>
                  <a:lnTo>
                    <a:pt x="17" y="399"/>
                  </a:lnTo>
                  <a:lnTo>
                    <a:pt x="24" y="373"/>
                  </a:lnTo>
                  <a:lnTo>
                    <a:pt x="32" y="348"/>
                  </a:lnTo>
                  <a:lnTo>
                    <a:pt x="41" y="324"/>
                  </a:lnTo>
                  <a:lnTo>
                    <a:pt x="53" y="301"/>
                  </a:lnTo>
                  <a:lnTo>
                    <a:pt x="64" y="278"/>
                  </a:lnTo>
                  <a:lnTo>
                    <a:pt x="76" y="255"/>
                  </a:lnTo>
                  <a:lnTo>
                    <a:pt x="91" y="235"/>
                  </a:lnTo>
                  <a:lnTo>
                    <a:pt x="105" y="213"/>
                  </a:lnTo>
                  <a:lnTo>
                    <a:pt x="121" y="193"/>
                  </a:lnTo>
                  <a:lnTo>
                    <a:pt x="138" y="174"/>
                  </a:lnTo>
                  <a:lnTo>
                    <a:pt x="156" y="156"/>
                  </a:lnTo>
                  <a:lnTo>
                    <a:pt x="174" y="138"/>
                  </a:lnTo>
                  <a:lnTo>
                    <a:pt x="193" y="121"/>
                  </a:lnTo>
                  <a:lnTo>
                    <a:pt x="213" y="105"/>
                  </a:lnTo>
                  <a:lnTo>
                    <a:pt x="235" y="91"/>
                  </a:lnTo>
                  <a:lnTo>
                    <a:pt x="255" y="76"/>
                  </a:lnTo>
                  <a:lnTo>
                    <a:pt x="278" y="64"/>
                  </a:lnTo>
                  <a:lnTo>
                    <a:pt x="301" y="53"/>
                  </a:lnTo>
                  <a:lnTo>
                    <a:pt x="325" y="41"/>
                  </a:lnTo>
                  <a:lnTo>
                    <a:pt x="348" y="32"/>
                  </a:lnTo>
                  <a:lnTo>
                    <a:pt x="373" y="24"/>
                  </a:lnTo>
                  <a:lnTo>
                    <a:pt x="399" y="17"/>
                  </a:lnTo>
                  <a:lnTo>
                    <a:pt x="424" y="10"/>
                  </a:lnTo>
                  <a:lnTo>
                    <a:pt x="451" y="6"/>
                  </a:lnTo>
                  <a:lnTo>
                    <a:pt x="476" y="3"/>
                  </a:lnTo>
                  <a:lnTo>
                    <a:pt x="504" y="1"/>
                  </a:lnTo>
                  <a:lnTo>
                    <a:pt x="531" y="0"/>
                  </a:lnTo>
                  <a:lnTo>
                    <a:pt x="558" y="1"/>
                  </a:lnTo>
                  <a:lnTo>
                    <a:pt x="586" y="3"/>
                  </a:lnTo>
                  <a:lnTo>
                    <a:pt x="612" y="6"/>
                  </a:lnTo>
                  <a:lnTo>
                    <a:pt x="639" y="10"/>
                  </a:lnTo>
                  <a:lnTo>
                    <a:pt x="664" y="17"/>
                  </a:lnTo>
                  <a:lnTo>
                    <a:pt x="689" y="24"/>
                  </a:lnTo>
                  <a:lnTo>
                    <a:pt x="714" y="32"/>
                  </a:lnTo>
                  <a:lnTo>
                    <a:pt x="738" y="41"/>
                  </a:lnTo>
                  <a:lnTo>
                    <a:pt x="762" y="53"/>
                  </a:lnTo>
                  <a:lnTo>
                    <a:pt x="784" y="64"/>
                  </a:lnTo>
                  <a:lnTo>
                    <a:pt x="807" y="76"/>
                  </a:lnTo>
                  <a:lnTo>
                    <a:pt x="828" y="91"/>
                  </a:lnTo>
                  <a:lnTo>
                    <a:pt x="850" y="105"/>
                  </a:lnTo>
                  <a:lnTo>
                    <a:pt x="869" y="121"/>
                  </a:lnTo>
                  <a:lnTo>
                    <a:pt x="889" y="138"/>
                  </a:lnTo>
                  <a:lnTo>
                    <a:pt x="907" y="156"/>
                  </a:lnTo>
                  <a:lnTo>
                    <a:pt x="925" y="174"/>
                  </a:lnTo>
                  <a:lnTo>
                    <a:pt x="942" y="193"/>
                  </a:lnTo>
                  <a:lnTo>
                    <a:pt x="957" y="213"/>
                  </a:lnTo>
                  <a:lnTo>
                    <a:pt x="972" y="235"/>
                  </a:lnTo>
                  <a:lnTo>
                    <a:pt x="986" y="255"/>
                  </a:lnTo>
                  <a:lnTo>
                    <a:pt x="998" y="278"/>
                  </a:lnTo>
                  <a:lnTo>
                    <a:pt x="1010" y="301"/>
                  </a:lnTo>
                  <a:lnTo>
                    <a:pt x="1021" y="324"/>
                  </a:lnTo>
                  <a:lnTo>
                    <a:pt x="1030" y="348"/>
                  </a:lnTo>
                  <a:lnTo>
                    <a:pt x="1039" y="373"/>
                  </a:lnTo>
                  <a:lnTo>
                    <a:pt x="1046" y="399"/>
                  </a:lnTo>
                  <a:lnTo>
                    <a:pt x="1052" y="424"/>
                  </a:lnTo>
                  <a:lnTo>
                    <a:pt x="1056" y="450"/>
                  </a:lnTo>
                  <a:lnTo>
                    <a:pt x="1060" y="476"/>
                  </a:lnTo>
                  <a:lnTo>
                    <a:pt x="1063" y="504"/>
                  </a:lnTo>
                  <a:lnTo>
                    <a:pt x="1063" y="5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beçalho da Seção" type="secHead">
  <p:cSld name="SECTION_HEAD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3"/>
          <p:cNvSpPr>
            <a:spLocks noGrp="1"/>
          </p:cNvSpPr>
          <p:nvPr>
            <p:ph type="title"/>
          </p:nvPr>
        </p:nvSpPr>
        <p:spPr>
          <a:xfrm>
            <a:off x="2001985" y="1779662"/>
            <a:ext cx="5402836" cy="1027540"/>
          </a:xfrm>
          <a:prstGeom prst="roundRect">
            <a:avLst>
              <a:gd name="adj" fmla="val 16667"/>
            </a:avLst>
          </a:prstGeom>
          <a:solidFill>
            <a:srgbClr val="34602A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 b="0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3"/>
          <p:cNvSpPr>
            <a:spLocks noGrp="1"/>
          </p:cNvSpPr>
          <p:nvPr>
            <p:ph type="body" idx="1"/>
          </p:nvPr>
        </p:nvSpPr>
        <p:spPr>
          <a:xfrm>
            <a:off x="2530555" y="2942483"/>
            <a:ext cx="5256584" cy="584593"/>
          </a:xfrm>
          <a:prstGeom prst="roundRect">
            <a:avLst>
              <a:gd name="adj" fmla="val 16667"/>
            </a:avLst>
          </a:prstGeom>
          <a:solidFill>
            <a:srgbClr val="43B95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 txBox="1">
            <a:spLocks noGrp="1"/>
          </p:cNvSpPr>
          <p:nvPr>
            <p:ph type="sldNum" idx="12"/>
          </p:nvPr>
        </p:nvSpPr>
        <p:spPr>
          <a:xfrm>
            <a:off x="6948264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69" name="Google Shape;69;p23"/>
          <p:cNvGrpSpPr/>
          <p:nvPr/>
        </p:nvGrpSpPr>
        <p:grpSpPr>
          <a:xfrm>
            <a:off x="0" y="-3572"/>
            <a:ext cx="4644008" cy="5155627"/>
            <a:chOff x="0" y="-3572"/>
            <a:chExt cx="6392864" cy="5155627"/>
          </a:xfrm>
        </p:grpSpPr>
        <p:sp>
          <p:nvSpPr>
            <p:cNvPr id="70" name="Google Shape;70;p23"/>
            <p:cNvSpPr/>
            <p:nvPr/>
          </p:nvSpPr>
          <p:spPr>
            <a:xfrm>
              <a:off x="0" y="0"/>
              <a:ext cx="5511800" cy="5143500"/>
            </a:xfrm>
            <a:custGeom>
              <a:avLst/>
              <a:gdLst/>
              <a:ahLst/>
              <a:cxnLst/>
              <a:rect l="l" t="t" r="r" b="b"/>
              <a:pathLst>
                <a:path w="13888" h="17280" extrusionOk="0">
                  <a:moveTo>
                    <a:pt x="4797" y="5143"/>
                  </a:moveTo>
                  <a:lnTo>
                    <a:pt x="13888" y="0"/>
                  </a:lnTo>
                  <a:lnTo>
                    <a:pt x="0" y="0"/>
                  </a:lnTo>
                  <a:lnTo>
                    <a:pt x="0" y="17280"/>
                  </a:lnTo>
                  <a:lnTo>
                    <a:pt x="7113" y="17280"/>
                  </a:lnTo>
                  <a:lnTo>
                    <a:pt x="3211" y="10385"/>
                  </a:lnTo>
                  <a:lnTo>
                    <a:pt x="3159" y="10289"/>
                  </a:lnTo>
                  <a:lnTo>
                    <a:pt x="3111" y="10192"/>
                  </a:lnTo>
                  <a:lnTo>
                    <a:pt x="3068" y="10094"/>
                  </a:lnTo>
                  <a:lnTo>
                    <a:pt x="3029" y="9994"/>
                  </a:lnTo>
                  <a:lnTo>
                    <a:pt x="2995" y="9895"/>
                  </a:lnTo>
                  <a:lnTo>
                    <a:pt x="2963" y="9795"/>
                  </a:lnTo>
                  <a:lnTo>
                    <a:pt x="2937" y="9693"/>
                  </a:lnTo>
                  <a:lnTo>
                    <a:pt x="2915" y="9591"/>
                  </a:lnTo>
                  <a:lnTo>
                    <a:pt x="2897" y="9490"/>
                  </a:lnTo>
                  <a:lnTo>
                    <a:pt x="2883" y="9387"/>
                  </a:lnTo>
                  <a:lnTo>
                    <a:pt x="2872" y="9285"/>
                  </a:lnTo>
                  <a:lnTo>
                    <a:pt x="2867" y="9182"/>
                  </a:lnTo>
                  <a:lnTo>
                    <a:pt x="2865" y="9081"/>
                  </a:lnTo>
                  <a:lnTo>
                    <a:pt x="2866" y="8978"/>
                  </a:lnTo>
                  <a:lnTo>
                    <a:pt x="2872" y="8877"/>
                  </a:lnTo>
                  <a:lnTo>
                    <a:pt x="2881" y="8775"/>
                  </a:lnTo>
                  <a:lnTo>
                    <a:pt x="2895" y="8675"/>
                  </a:lnTo>
                  <a:lnTo>
                    <a:pt x="2912" y="8574"/>
                  </a:lnTo>
                  <a:lnTo>
                    <a:pt x="2933" y="8475"/>
                  </a:lnTo>
                  <a:lnTo>
                    <a:pt x="2958" y="8376"/>
                  </a:lnTo>
                  <a:lnTo>
                    <a:pt x="2986" y="8278"/>
                  </a:lnTo>
                  <a:lnTo>
                    <a:pt x="3018" y="8182"/>
                  </a:lnTo>
                  <a:lnTo>
                    <a:pt x="3054" y="8087"/>
                  </a:lnTo>
                  <a:lnTo>
                    <a:pt x="3094" y="7993"/>
                  </a:lnTo>
                  <a:lnTo>
                    <a:pt x="3137" y="7901"/>
                  </a:lnTo>
                  <a:lnTo>
                    <a:pt x="3184" y="7811"/>
                  </a:lnTo>
                  <a:lnTo>
                    <a:pt x="3233" y="7722"/>
                  </a:lnTo>
                  <a:lnTo>
                    <a:pt x="3287" y="7635"/>
                  </a:lnTo>
                  <a:lnTo>
                    <a:pt x="3343" y="7549"/>
                  </a:lnTo>
                  <a:lnTo>
                    <a:pt x="3404" y="7466"/>
                  </a:lnTo>
                  <a:lnTo>
                    <a:pt x="3468" y="7385"/>
                  </a:lnTo>
                  <a:lnTo>
                    <a:pt x="3536" y="7306"/>
                  </a:lnTo>
                  <a:lnTo>
                    <a:pt x="3537" y="7225"/>
                  </a:lnTo>
                  <a:lnTo>
                    <a:pt x="3541" y="7144"/>
                  </a:lnTo>
                  <a:lnTo>
                    <a:pt x="3548" y="7064"/>
                  </a:lnTo>
                  <a:lnTo>
                    <a:pt x="3556" y="6983"/>
                  </a:lnTo>
                  <a:lnTo>
                    <a:pt x="3568" y="6903"/>
                  </a:lnTo>
                  <a:lnTo>
                    <a:pt x="3583" y="6825"/>
                  </a:lnTo>
                  <a:lnTo>
                    <a:pt x="3599" y="6746"/>
                  </a:lnTo>
                  <a:lnTo>
                    <a:pt x="3620" y="6667"/>
                  </a:lnTo>
                  <a:lnTo>
                    <a:pt x="3642" y="6590"/>
                  </a:lnTo>
                  <a:lnTo>
                    <a:pt x="3666" y="6513"/>
                  </a:lnTo>
                  <a:lnTo>
                    <a:pt x="3693" y="6437"/>
                  </a:lnTo>
                  <a:lnTo>
                    <a:pt x="3723" y="6362"/>
                  </a:lnTo>
                  <a:lnTo>
                    <a:pt x="3754" y="6288"/>
                  </a:lnTo>
                  <a:lnTo>
                    <a:pt x="3789" y="6214"/>
                  </a:lnTo>
                  <a:lnTo>
                    <a:pt x="3825" y="6142"/>
                  </a:lnTo>
                  <a:lnTo>
                    <a:pt x="3864" y="6072"/>
                  </a:lnTo>
                  <a:lnTo>
                    <a:pt x="3905" y="6002"/>
                  </a:lnTo>
                  <a:lnTo>
                    <a:pt x="3949" y="5932"/>
                  </a:lnTo>
                  <a:lnTo>
                    <a:pt x="3995" y="5865"/>
                  </a:lnTo>
                  <a:lnTo>
                    <a:pt x="4043" y="5800"/>
                  </a:lnTo>
                  <a:lnTo>
                    <a:pt x="4094" y="5736"/>
                  </a:lnTo>
                  <a:lnTo>
                    <a:pt x="4147" y="5673"/>
                  </a:lnTo>
                  <a:lnTo>
                    <a:pt x="4202" y="5612"/>
                  </a:lnTo>
                  <a:lnTo>
                    <a:pt x="4260" y="5552"/>
                  </a:lnTo>
                  <a:lnTo>
                    <a:pt x="4320" y="5494"/>
                  </a:lnTo>
                  <a:lnTo>
                    <a:pt x="4382" y="5438"/>
                  </a:lnTo>
                  <a:lnTo>
                    <a:pt x="4445" y="5384"/>
                  </a:lnTo>
                  <a:lnTo>
                    <a:pt x="4512" y="5332"/>
                  </a:lnTo>
                  <a:lnTo>
                    <a:pt x="4580" y="5281"/>
                  </a:lnTo>
                  <a:lnTo>
                    <a:pt x="4651" y="5233"/>
                  </a:lnTo>
                  <a:lnTo>
                    <a:pt x="4723" y="5187"/>
                  </a:lnTo>
                  <a:lnTo>
                    <a:pt x="4797" y="5143"/>
                  </a:lnTo>
                  <a:close/>
                </a:path>
              </a:pathLst>
            </a:custGeom>
            <a:solidFill>
              <a:srgbClr val="43B95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23"/>
            <p:cNvSpPr/>
            <p:nvPr/>
          </p:nvSpPr>
          <p:spPr>
            <a:xfrm>
              <a:off x="1403351" y="-3572"/>
              <a:ext cx="4989513" cy="2175272"/>
            </a:xfrm>
            <a:custGeom>
              <a:avLst/>
              <a:gdLst/>
              <a:ahLst/>
              <a:cxnLst/>
              <a:rect l="l" t="t" r="r" b="b"/>
              <a:pathLst>
                <a:path w="18858" h="10962" extrusionOk="0">
                  <a:moveTo>
                    <a:pt x="87" y="10868"/>
                  </a:moveTo>
                  <a:lnTo>
                    <a:pt x="138" y="10815"/>
                  </a:lnTo>
                  <a:lnTo>
                    <a:pt x="189" y="10763"/>
                  </a:lnTo>
                  <a:lnTo>
                    <a:pt x="242" y="10712"/>
                  </a:lnTo>
                  <a:lnTo>
                    <a:pt x="296" y="10663"/>
                  </a:lnTo>
                  <a:lnTo>
                    <a:pt x="350" y="10614"/>
                  </a:lnTo>
                  <a:lnTo>
                    <a:pt x="405" y="10566"/>
                  </a:lnTo>
                  <a:lnTo>
                    <a:pt x="463" y="10519"/>
                  </a:lnTo>
                  <a:lnTo>
                    <a:pt x="521" y="10473"/>
                  </a:lnTo>
                  <a:lnTo>
                    <a:pt x="580" y="10427"/>
                  </a:lnTo>
                  <a:lnTo>
                    <a:pt x="639" y="10382"/>
                  </a:lnTo>
                  <a:lnTo>
                    <a:pt x="700" y="10340"/>
                  </a:lnTo>
                  <a:lnTo>
                    <a:pt x="763" y="10297"/>
                  </a:lnTo>
                  <a:lnTo>
                    <a:pt x="825" y="10256"/>
                  </a:lnTo>
                  <a:lnTo>
                    <a:pt x="890" y="10216"/>
                  </a:lnTo>
                  <a:lnTo>
                    <a:pt x="955" y="10176"/>
                  </a:lnTo>
                  <a:lnTo>
                    <a:pt x="1021" y="10138"/>
                  </a:lnTo>
                  <a:lnTo>
                    <a:pt x="18858" y="0"/>
                  </a:lnTo>
                  <a:lnTo>
                    <a:pt x="15525" y="0"/>
                  </a:lnTo>
                  <a:lnTo>
                    <a:pt x="1893" y="7716"/>
                  </a:lnTo>
                  <a:lnTo>
                    <a:pt x="1781" y="7782"/>
                  </a:lnTo>
                  <a:lnTo>
                    <a:pt x="1672" y="7851"/>
                  </a:lnTo>
                  <a:lnTo>
                    <a:pt x="1566" y="7924"/>
                  </a:lnTo>
                  <a:lnTo>
                    <a:pt x="1464" y="7999"/>
                  </a:lnTo>
                  <a:lnTo>
                    <a:pt x="1365" y="8077"/>
                  </a:lnTo>
                  <a:lnTo>
                    <a:pt x="1269" y="8158"/>
                  </a:lnTo>
                  <a:lnTo>
                    <a:pt x="1176" y="8243"/>
                  </a:lnTo>
                  <a:lnTo>
                    <a:pt x="1087" y="8329"/>
                  </a:lnTo>
                  <a:lnTo>
                    <a:pt x="1001" y="8419"/>
                  </a:lnTo>
                  <a:lnTo>
                    <a:pt x="918" y="8511"/>
                  </a:lnTo>
                  <a:lnTo>
                    <a:pt x="838" y="8605"/>
                  </a:lnTo>
                  <a:lnTo>
                    <a:pt x="763" y="8702"/>
                  </a:lnTo>
                  <a:lnTo>
                    <a:pt x="689" y="8801"/>
                  </a:lnTo>
                  <a:lnTo>
                    <a:pt x="621" y="8901"/>
                  </a:lnTo>
                  <a:lnTo>
                    <a:pt x="555" y="9004"/>
                  </a:lnTo>
                  <a:lnTo>
                    <a:pt x="493" y="9109"/>
                  </a:lnTo>
                  <a:lnTo>
                    <a:pt x="435" y="9216"/>
                  </a:lnTo>
                  <a:lnTo>
                    <a:pt x="380" y="9323"/>
                  </a:lnTo>
                  <a:lnTo>
                    <a:pt x="328" y="9434"/>
                  </a:lnTo>
                  <a:lnTo>
                    <a:pt x="281" y="9545"/>
                  </a:lnTo>
                  <a:lnTo>
                    <a:pt x="237" y="9658"/>
                  </a:lnTo>
                  <a:lnTo>
                    <a:pt x="196" y="9771"/>
                  </a:lnTo>
                  <a:lnTo>
                    <a:pt x="159" y="9887"/>
                  </a:lnTo>
                  <a:lnTo>
                    <a:pt x="126" y="10004"/>
                  </a:lnTo>
                  <a:lnTo>
                    <a:pt x="97" y="10120"/>
                  </a:lnTo>
                  <a:lnTo>
                    <a:pt x="72" y="10239"/>
                  </a:lnTo>
                  <a:lnTo>
                    <a:pt x="50" y="10358"/>
                  </a:lnTo>
                  <a:lnTo>
                    <a:pt x="32" y="10477"/>
                  </a:lnTo>
                  <a:lnTo>
                    <a:pt x="18" y="10598"/>
                  </a:lnTo>
                  <a:lnTo>
                    <a:pt x="8" y="10719"/>
                  </a:lnTo>
                  <a:lnTo>
                    <a:pt x="2" y="10841"/>
                  </a:lnTo>
                  <a:lnTo>
                    <a:pt x="0" y="10962"/>
                  </a:lnTo>
                  <a:lnTo>
                    <a:pt x="1" y="10961"/>
                  </a:lnTo>
                  <a:lnTo>
                    <a:pt x="2" y="10960"/>
                  </a:lnTo>
                  <a:lnTo>
                    <a:pt x="12" y="10949"/>
                  </a:lnTo>
                  <a:lnTo>
                    <a:pt x="20" y="10940"/>
                  </a:lnTo>
                  <a:lnTo>
                    <a:pt x="32" y="10927"/>
                  </a:lnTo>
                  <a:lnTo>
                    <a:pt x="42" y="10915"/>
                  </a:lnTo>
                  <a:lnTo>
                    <a:pt x="53" y="10903"/>
                  </a:lnTo>
                  <a:lnTo>
                    <a:pt x="65" y="10891"/>
                  </a:lnTo>
                  <a:lnTo>
                    <a:pt x="75" y="10879"/>
                  </a:lnTo>
                  <a:lnTo>
                    <a:pt x="87" y="10868"/>
                  </a:lnTo>
                  <a:close/>
                </a:path>
              </a:pathLst>
            </a:custGeom>
            <a:solidFill>
              <a:srgbClr val="34602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23"/>
            <p:cNvSpPr/>
            <p:nvPr/>
          </p:nvSpPr>
          <p:spPr>
            <a:xfrm>
              <a:off x="1124495" y="2185017"/>
              <a:ext cx="2359025" cy="2967038"/>
            </a:xfrm>
            <a:custGeom>
              <a:avLst/>
              <a:gdLst/>
              <a:ahLst/>
              <a:cxnLst/>
              <a:rect l="l" t="t" r="r" b="b"/>
              <a:pathLst>
                <a:path w="10402" h="17444" extrusionOk="0">
                  <a:moveTo>
                    <a:pt x="1174" y="1"/>
                  </a:moveTo>
                  <a:lnTo>
                    <a:pt x="1174" y="0"/>
                  </a:lnTo>
                  <a:lnTo>
                    <a:pt x="1174" y="0"/>
                  </a:lnTo>
                  <a:lnTo>
                    <a:pt x="1174" y="0"/>
                  </a:lnTo>
                  <a:lnTo>
                    <a:pt x="1174" y="1"/>
                  </a:lnTo>
                  <a:close/>
                  <a:moveTo>
                    <a:pt x="10402" y="17444"/>
                  </a:moveTo>
                  <a:lnTo>
                    <a:pt x="1739" y="2143"/>
                  </a:lnTo>
                  <a:lnTo>
                    <a:pt x="1695" y="2065"/>
                  </a:lnTo>
                  <a:lnTo>
                    <a:pt x="1653" y="1985"/>
                  </a:lnTo>
                  <a:lnTo>
                    <a:pt x="1613" y="1906"/>
                  </a:lnTo>
                  <a:lnTo>
                    <a:pt x="1575" y="1826"/>
                  </a:lnTo>
                  <a:lnTo>
                    <a:pt x="1538" y="1744"/>
                  </a:lnTo>
                  <a:lnTo>
                    <a:pt x="1504" y="1664"/>
                  </a:lnTo>
                  <a:lnTo>
                    <a:pt x="1472" y="1582"/>
                  </a:lnTo>
                  <a:lnTo>
                    <a:pt x="1440" y="1500"/>
                  </a:lnTo>
                  <a:lnTo>
                    <a:pt x="1411" y="1418"/>
                  </a:lnTo>
                  <a:lnTo>
                    <a:pt x="1383" y="1336"/>
                  </a:lnTo>
                  <a:lnTo>
                    <a:pt x="1357" y="1253"/>
                  </a:lnTo>
                  <a:lnTo>
                    <a:pt x="1333" y="1170"/>
                  </a:lnTo>
                  <a:lnTo>
                    <a:pt x="1311" y="1086"/>
                  </a:lnTo>
                  <a:lnTo>
                    <a:pt x="1291" y="1003"/>
                  </a:lnTo>
                  <a:lnTo>
                    <a:pt x="1271" y="919"/>
                  </a:lnTo>
                  <a:lnTo>
                    <a:pt x="1253" y="835"/>
                  </a:lnTo>
                  <a:lnTo>
                    <a:pt x="1252" y="826"/>
                  </a:lnTo>
                  <a:lnTo>
                    <a:pt x="1250" y="818"/>
                  </a:lnTo>
                  <a:lnTo>
                    <a:pt x="1249" y="809"/>
                  </a:lnTo>
                  <a:lnTo>
                    <a:pt x="1247" y="800"/>
                  </a:lnTo>
                  <a:lnTo>
                    <a:pt x="1244" y="784"/>
                  </a:lnTo>
                  <a:lnTo>
                    <a:pt x="1241" y="766"/>
                  </a:lnTo>
                  <a:lnTo>
                    <a:pt x="1238" y="750"/>
                  </a:lnTo>
                  <a:lnTo>
                    <a:pt x="1235" y="733"/>
                  </a:lnTo>
                  <a:lnTo>
                    <a:pt x="1234" y="723"/>
                  </a:lnTo>
                  <a:lnTo>
                    <a:pt x="1232" y="713"/>
                  </a:lnTo>
                  <a:lnTo>
                    <a:pt x="1231" y="703"/>
                  </a:lnTo>
                  <a:lnTo>
                    <a:pt x="1228" y="693"/>
                  </a:lnTo>
                  <a:lnTo>
                    <a:pt x="1226" y="677"/>
                  </a:lnTo>
                  <a:lnTo>
                    <a:pt x="1224" y="661"/>
                  </a:lnTo>
                  <a:lnTo>
                    <a:pt x="1221" y="645"/>
                  </a:lnTo>
                  <a:lnTo>
                    <a:pt x="1219" y="629"/>
                  </a:lnTo>
                  <a:lnTo>
                    <a:pt x="1217" y="619"/>
                  </a:lnTo>
                  <a:lnTo>
                    <a:pt x="1216" y="608"/>
                  </a:lnTo>
                  <a:lnTo>
                    <a:pt x="1214" y="597"/>
                  </a:lnTo>
                  <a:lnTo>
                    <a:pt x="1213" y="587"/>
                  </a:lnTo>
                  <a:lnTo>
                    <a:pt x="1209" y="553"/>
                  </a:lnTo>
                  <a:lnTo>
                    <a:pt x="1204" y="519"/>
                  </a:lnTo>
                  <a:lnTo>
                    <a:pt x="1200" y="486"/>
                  </a:lnTo>
                  <a:lnTo>
                    <a:pt x="1197" y="452"/>
                  </a:lnTo>
                  <a:lnTo>
                    <a:pt x="1193" y="419"/>
                  </a:lnTo>
                  <a:lnTo>
                    <a:pt x="1190" y="385"/>
                  </a:lnTo>
                  <a:lnTo>
                    <a:pt x="1188" y="351"/>
                  </a:lnTo>
                  <a:lnTo>
                    <a:pt x="1185" y="317"/>
                  </a:lnTo>
                  <a:lnTo>
                    <a:pt x="1184" y="304"/>
                  </a:lnTo>
                  <a:lnTo>
                    <a:pt x="1184" y="292"/>
                  </a:lnTo>
                  <a:lnTo>
                    <a:pt x="1183" y="279"/>
                  </a:lnTo>
                  <a:lnTo>
                    <a:pt x="1181" y="266"/>
                  </a:lnTo>
                  <a:lnTo>
                    <a:pt x="1181" y="253"/>
                  </a:lnTo>
                  <a:lnTo>
                    <a:pt x="1180" y="240"/>
                  </a:lnTo>
                  <a:lnTo>
                    <a:pt x="1179" y="227"/>
                  </a:lnTo>
                  <a:lnTo>
                    <a:pt x="1179" y="214"/>
                  </a:lnTo>
                  <a:lnTo>
                    <a:pt x="1178" y="201"/>
                  </a:lnTo>
                  <a:lnTo>
                    <a:pt x="1178" y="188"/>
                  </a:lnTo>
                  <a:lnTo>
                    <a:pt x="1177" y="174"/>
                  </a:lnTo>
                  <a:lnTo>
                    <a:pt x="1177" y="160"/>
                  </a:lnTo>
                  <a:lnTo>
                    <a:pt x="1176" y="147"/>
                  </a:lnTo>
                  <a:lnTo>
                    <a:pt x="1176" y="134"/>
                  </a:lnTo>
                  <a:lnTo>
                    <a:pt x="1175" y="120"/>
                  </a:lnTo>
                  <a:lnTo>
                    <a:pt x="1175" y="107"/>
                  </a:lnTo>
                  <a:lnTo>
                    <a:pt x="1175" y="94"/>
                  </a:lnTo>
                  <a:lnTo>
                    <a:pt x="1175" y="80"/>
                  </a:lnTo>
                  <a:lnTo>
                    <a:pt x="1174" y="67"/>
                  </a:lnTo>
                  <a:lnTo>
                    <a:pt x="1174" y="52"/>
                  </a:lnTo>
                  <a:lnTo>
                    <a:pt x="1174" y="39"/>
                  </a:lnTo>
                  <a:lnTo>
                    <a:pt x="1174" y="26"/>
                  </a:lnTo>
                  <a:lnTo>
                    <a:pt x="1174" y="14"/>
                  </a:lnTo>
                  <a:lnTo>
                    <a:pt x="1174" y="1"/>
                  </a:lnTo>
                  <a:lnTo>
                    <a:pt x="1174" y="0"/>
                  </a:lnTo>
                  <a:lnTo>
                    <a:pt x="1174" y="0"/>
                  </a:lnTo>
                  <a:lnTo>
                    <a:pt x="1174" y="0"/>
                  </a:lnTo>
                  <a:lnTo>
                    <a:pt x="1056" y="137"/>
                  </a:lnTo>
                  <a:lnTo>
                    <a:pt x="945" y="279"/>
                  </a:lnTo>
                  <a:lnTo>
                    <a:pt x="839" y="425"/>
                  </a:lnTo>
                  <a:lnTo>
                    <a:pt x="739" y="575"/>
                  </a:lnTo>
                  <a:lnTo>
                    <a:pt x="646" y="726"/>
                  </a:lnTo>
                  <a:lnTo>
                    <a:pt x="557" y="882"/>
                  </a:lnTo>
                  <a:lnTo>
                    <a:pt x="477" y="1041"/>
                  </a:lnTo>
                  <a:lnTo>
                    <a:pt x="401" y="1203"/>
                  </a:lnTo>
                  <a:lnTo>
                    <a:pt x="333" y="1366"/>
                  </a:lnTo>
                  <a:lnTo>
                    <a:pt x="269" y="1532"/>
                  </a:lnTo>
                  <a:lnTo>
                    <a:pt x="214" y="1701"/>
                  </a:lnTo>
                  <a:lnTo>
                    <a:pt x="164" y="1871"/>
                  </a:lnTo>
                  <a:lnTo>
                    <a:pt x="120" y="2043"/>
                  </a:lnTo>
                  <a:lnTo>
                    <a:pt x="84" y="2218"/>
                  </a:lnTo>
                  <a:lnTo>
                    <a:pt x="53" y="2392"/>
                  </a:lnTo>
                  <a:lnTo>
                    <a:pt x="29" y="2569"/>
                  </a:lnTo>
                  <a:lnTo>
                    <a:pt x="13" y="2745"/>
                  </a:lnTo>
                  <a:lnTo>
                    <a:pt x="3" y="2924"/>
                  </a:lnTo>
                  <a:lnTo>
                    <a:pt x="0" y="3103"/>
                  </a:lnTo>
                  <a:lnTo>
                    <a:pt x="3" y="3282"/>
                  </a:lnTo>
                  <a:lnTo>
                    <a:pt x="14" y="3460"/>
                  </a:lnTo>
                  <a:lnTo>
                    <a:pt x="32" y="3639"/>
                  </a:lnTo>
                  <a:lnTo>
                    <a:pt x="57" y="3818"/>
                  </a:lnTo>
                  <a:lnTo>
                    <a:pt x="88" y="3997"/>
                  </a:lnTo>
                  <a:lnTo>
                    <a:pt x="128" y="4175"/>
                  </a:lnTo>
                  <a:lnTo>
                    <a:pt x="173" y="4351"/>
                  </a:lnTo>
                  <a:lnTo>
                    <a:pt x="227" y="4527"/>
                  </a:lnTo>
                  <a:lnTo>
                    <a:pt x="288" y="4702"/>
                  </a:lnTo>
                  <a:lnTo>
                    <a:pt x="356" y="4876"/>
                  </a:lnTo>
                  <a:lnTo>
                    <a:pt x="431" y="5047"/>
                  </a:lnTo>
                  <a:lnTo>
                    <a:pt x="514" y="5217"/>
                  </a:lnTo>
                  <a:lnTo>
                    <a:pt x="604" y="5384"/>
                  </a:lnTo>
                  <a:lnTo>
                    <a:pt x="7434" y="17444"/>
                  </a:lnTo>
                  <a:lnTo>
                    <a:pt x="10402" y="17444"/>
                  </a:lnTo>
                  <a:close/>
                </a:path>
              </a:pathLst>
            </a:custGeom>
            <a:solidFill>
              <a:srgbClr val="34602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" name="Google Shape;73;p23"/>
          <p:cNvGrpSpPr/>
          <p:nvPr/>
        </p:nvGrpSpPr>
        <p:grpSpPr>
          <a:xfrm>
            <a:off x="280020" y="195486"/>
            <a:ext cx="2491780" cy="648072"/>
            <a:chOff x="68" y="3004"/>
            <a:chExt cx="719" cy="187"/>
          </a:xfrm>
        </p:grpSpPr>
        <p:sp>
          <p:nvSpPr>
            <p:cNvPr id="74" name="Google Shape;74;p23"/>
            <p:cNvSpPr/>
            <p:nvPr/>
          </p:nvSpPr>
          <p:spPr>
            <a:xfrm>
              <a:off x="235" y="3053"/>
              <a:ext cx="8" cy="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23"/>
            <p:cNvSpPr/>
            <p:nvPr/>
          </p:nvSpPr>
          <p:spPr>
            <a:xfrm>
              <a:off x="253" y="3053"/>
              <a:ext cx="36" cy="40"/>
            </a:xfrm>
            <a:custGeom>
              <a:avLst/>
              <a:gdLst/>
              <a:ahLst/>
              <a:cxnLst/>
              <a:rect l="l" t="t" r="r" b="b"/>
              <a:pathLst>
                <a:path w="820" h="923" extrusionOk="0">
                  <a:moveTo>
                    <a:pt x="820" y="923"/>
                  </a:moveTo>
                  <a:lnTo>
                    <a:pt x="571" y="923"/>
                  </a:lnTo>
                  <a:lnTo>
                    <a:pt x="168" y="225"/>
                  </a:lnTo>
                  <a:lnTo>
                    <a:pt x="163" y="225"/>
                  </a:lnTo>
                  <a:lnTo>
                    <a:pt x="166" y="269"/>
                  </a:lnTo>
                  <a:lnTo>
                    <a:pt x="168" y="311"/>
                  </a:lnTo>
                  <a:lnTo>
                    <a:pt x="170" y="349"/>
                  </a:lnTo>
                  <a:lnTo>
                    <a:pt x="172" y="384"/>
                  </a:lnTo>
                  <a:lnTo>
                    <a:pt x="173" y="415"/>
                  </a:lnTo>
                  <a:lnTo>
                    <a:pt x="174" y="443"/>
                  </a:lnTo>
                  <a:lnTo>
                    <a:pt x="174" y="468"/>
                  </a:lnTo>
                  <a:lnTo>
                    <a:pt x="174" y="489"/>
                  </a:lnTo>
                  <a:lnTo>
                    <a:pt x="175" y="923"/>
                  </a:lnTo>
                  <a:lnTo>
                    <a:pt x="0" y="923"/>
                  </a:lnTo>
                  <a:lnTo>
                    <a:pt x="0" y="0"/>
                  </a:lnTo>
                  <a:lnTo>
                    <a:pt x="247" y="0"/>
                  </a:lnTo>
                  <a:lnTo>
                    <a:pt x="649" y="692"/>
                  </a:lnTo>
                  <a:lnTo>
                    <a:pt x="654" y="692"/>
                  </a:lnTo>
                  <a:lnTo>
                    <a:pt x="651" y="649"/>
                  </a:lnTo>
                  <a:lnTo>
                    <a:pt x="649" y="608"/>
                  </a:lnTo>
                  <a:lnTo>
                    <a:pt x="648" y="572"/>
                  </a:lnTo>
                  <a:lnTo>
                    <a:pt x="647" y="538"/>
                  </a:lnTo>
                  <a:lnTo>
                    <a:pt x="645" y="508"/>
                  </a:lnTo>
                  <a:lnTo>
                    <a:pt x="644" y="481"/>
                  </a:lnTo>
                  <a:lnTo>
                    <a:pt x="643" y="457"/>
                  </a:lnTo>
                  <a:lnTo>
                    <a:pt x="643" y="438"/>
                  </a:lnTo>
                  <a:lnTo>
                    <a:pt x="643" y="0"/>
                  </a:lnTo>
                  <a:lnTo>
                    <a:pt x="820" y="0"/>
                  </a:lnTo>
                  <a:lnTo>
                    <a:pt x="820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23"/>
            <p:cNvSpPr/>
            <p:nvPr/>
          </p:nvSpPr>
          <p:spPr>
            <a:xfrm>
              <a:off x="297" y="3052"/>
              <a:ext cx="26" cy="41"/>
            </a:xfrm>
            <a:custGeom>
              <a:avLst/>
              <a:gdLst/>
              <a:ahLst/>
              <a:cxnLst/>
              <a:rect l="l" t="t" r="r" b="b"/>
              <a:pathLst>
                <a:path w="604" h="950" extrusionOk="0">
                  <a:moveTo>
                    <a:pt x="604" y="680"/>
                  </a:moveTo>
                  <a:lnTo>
                    <a:pt x="604" y="696"/>
                  </a:lnTo>
                  <a:lnTo>
                    <a:pt x="603" y="711"/>
                  </a:lnTo>
                  <a:lnTo>
                    <a:pt x="600" y="726"/>
                  </a:lnTo>
                  <a:lnTo>
                    <a:pt x="597" y="740"/>
                  </a:lnTo>
                  <a:lnTo>
                    <a:pt x="594" y="753"/>
                  </a:lnTo>
                  <a:lnTo>
                    <a:pt x="591" y="767"/>
                  </a:lnTo>
                  <a:lnTo>
                    <a:pt x="586" y="779"/>
                  </a:lnTo>
                  <a:lnTo>
                    <a:pt x="581" y="793"/>
                  </a:lnTo>
                  <a:lnTo>
                    <a:pt x="575" y="804"/>
                  </a:lnTo>
                  <a:lnTo>
                    <a:pt x="568" y="816"/>
                  </a:lnTo>
                  <a:lnTo>
                    <a:pt x="561" y="828"/>
                  </a:lnTo>
                  <a:lnTo>
                    <a:pt x="553" y="838"/>
                  </a:lnTo>
                  <a:lnTo>
                    <a:pt x="544" y="849"/>
                  </a:lnTo>
                  <a:lnTo>
                    <a:pt x="534" y="859"/>
                  </a:lnTo>
                  <a:lnTo>
                    <a:pt x="524" y="868"/>
                  </a:lnTo>
                  <a:lnTo>
                    <a:pt x="514" y="877"/>
                  </a:lnTo>
                  <a:lnTo>
                    <a:pt x="501" y="887"/>
                  </a:lnTo>
                  <a:lnTo>
                    <a:pt x="490" y="895"/>
                  </a:lnTo>
                  <a:lnTo>
                    <a:pt x="476" y="902"/>
                  </a:lnTo>
                  <a:lnTo>
                    <a:pt x="464" y="909"/>
                  </a:lnTo>
                  <a:lnTo>
                    <a:pt x="450" y="916"/>
                  </a:lnTo>
                  <a:lnTo>
                    <a:pt x="435" y="922"/>
                  </a:lnTo>
                  <a:lnTo>
                    <a:pt x="421" y="927"/>
                  </a:lnTo>
                  <a:lnTo>
                    <a:pt x="405" y="931"/>
                  </a:lnTo>
                  <a:lnTo>
                    <a:pt x="390" y="936"/>
                  </a:lnTo>
                  <a:lnTo>
                    <a:pt x="373" y="939"/>
                  </a:lnTo>
                  <a:lnTo>
                    <a:pt x="356" y="943"/>
                  </a:lnTo>
                  <a:lnTo>
                    <a:pt x="338" y="946"/>
                  </a:lnTo>
                  <a:lnTo>
                    <a:pt x="320" y="947"/>
                  </a:lnTo>
                  <a:lnTo>
                    <a:pt x="301" y="949"/>
                  </a:lnTo>
                  <a:lnTo>
                    <a:pt x="282" y="950"/>
                  </a:lnTo>
                  <a:lnTo>
                    <a:pt x="262" y="950"/>
                  </a:lnTo>
                  <a:lnTo>
                    <a:pt x="225" y="949"/>
                  </a:lnTo>
                  <a:lnTo>
                    <a:pt x="190" y="946"/>
                  </a:lnTo>
                  <a:lnTo>
                    <a:pt x="156" y="941"/>
                  </a:lnTo>
                  <a:lnTo>
                    <a:pt x="123" y="935"/>
                  </a:lnTo>
                  <a:lnTo>
                    <a:pt x="90" y="928"/>
                  </a:lnTo>
                  <a:lnTo>
                    <a:pt x="59" y="919"/>
                  </a:lnTo>
                  <a:lnTo>
                    <a:pt x="29" y="907"/>
                  </a:lnTo>
                  <a:lnTo>
                    <a:pt x="0" y="894"/>
                  </a:lnTo>
                  <a:lnTo>
                    <a:pt x="0" y="712"/>
                  </a:lnTo>
                  <a:lnTo>
                    <a:pt x="23" y="722"/>
                  </a:lnTo>
                  <a:lnTo>
                    <a:pt x="45" y="732"/>
                  </a:lnTo>
                  <a:lnTo>
                    <a:pt x="66" y="740"/>
                  </a:lnTo>
                  <a:lnTo>
                    <a:pt x="87" y="747"/>
                  </a:lnTo>
                  <a:lnTo>
                    <a:pt x="105" y="755"/>
                  </a:lnTo>
                  <a:lnTo>
                    <a:pt x="124" y="761"/>
                  </a:lnTo>
                  <a:lnTo>
                    <a:pt x="142" y="766"/>
                  </a:lnTo>
                  <a:lnTo>
                    <a:pt x="158" y="771"/>
                  </a:lnTo>
                  <a:lnTo>
                    <a:pt x="190" y="778"/>
                  </a:lnTo>
                  <a:lnTo>
                    <a:pt x="221" y="783"/>
                  </a:lnTo>
                  <a:lnTo>
                    <a:pt x="250" y="787"/>
                  </a:lnTo>
                  <a:lnTo>
                    <a:pt x="277" y="788"/>
                  </a:lnTo>
                  <a:lnTo>
                    <a:pt x="292" y="788"/>
                  </a:lnTo>
                  <a:lnTo>
                    <a:pt x="308" y="787"/>
                  </a:lnTo>
                  <a:lnTo>
                    <a:pt x="321" y="784"/>
                  </a:lnTo>
                  <a:lnTo>
                    <a:pt x="335" y="781"/>
                  </a:lnTo>
                  <a:lnTo>
                    <a:pt x="346" y="778"/>
                  </a:lnTo>
                  <a:lnTo>
                    <a:pt x="358" y="774"/>
                  </a:lnTo>
                  <a:lnTo>
                    <a:pt x="367" y="769"/>
                  </a:lnTo>
                  <a:lnTo>
                    <a:pt x="376" y="764"/>
                  </a:lnTo>
                  <a:lnTo>
                    <a:pt x="384" y="757"/>
                  </a:lnTo>
                  <a:lnTo>
                    <a:pt x="392" y="749"/>
                  </a:lnTo>
                  <a:lnTo>
                    <a:pt x="398" y="741"/>
                  </a:lnTo>
                  <a:lnTo>
                    <a:pt x="402" y="733"/>
                  </a:lnTo>
                  <a:lnTo>
                    <a:pt x="406" y="724"/>
                  </a:lnTo>
                  <a:lnTo>
                    <a:pt x="409" y="713"/>
                  </a:lnTo>
                  <a:lnTo>
                    <a:pt x="410" y="702"/>
                  </a:lnTo>
                  <a:lnTo>
                    <a:pt x="411" y="690"/>
                  </a:lnTo>
                  <a:lnTo>
                    <a:pt x="410" y="677"/>
                  </a:lnTo>
                  <a:lnTo>
                    <a:pt x="407" y="665"/>
                  </a:lnTo>
                  <a:lnTo>
                    <a:pt x="402" y="652"/>
                  </a:lnTo>
                  <a:lnTo>
                    <a:pt x="396" y="642"/>
                  </a:lnTo>
                  <a:lnTo>
                    <a:pt x="388" y="632"/>
                  </a:lnTo>
                  <a:lnTo>
                    <a:pt x="377" y="621"/>
                  </a:lnTo>
                  <a:lnTo>
                    <a:pt x="365" y="611"/>
                  </a:lnTo>
                  <a:lnTo>
                    <a:pt x="351" y="601"/>
                  </a:lnTo>
                  <a:lnTo>
                    <a:pt x="333" y="589"/>
                  </a:lnTo>
                  <a:lnTo>
                    <a:pt x="306" y="576"/>
                  </a:lnTo>
                  <a:lnTo>
                    <a:pt x="273" y="558"/>
                  </a:lnTo>
                  <a:lnTo>
                    <a:pt x="231" y="539"/>
                  </a:lnTo>
                  <a:lnTo>
                    <a:pt x="191" y="519"/>
                  </a:lnTo>
                  <a:lnTo>
                    <a:pt x="157" y="499"/>
                  </a:lnTo>
                  <a:lnTo>
                    <a:pt x="142" y="490"/>
                  </a:lnTo>
                  <a:lnTo>
                    <a:pt x="127" y="481"/>
                  </a:lnTo>
                  <a:lnTo>
                    <a:pt x="115" y="471"/>
                  </a:lnTo>
                  <a:lnTo>
                    <a:pt x="103" y="462"/>
                  </a:lnTo>
                  <a:lnTo>
                    <a:pt x="93" y="453"/>
                  </a:lnTo>
                  <a:lnTo>
                    <a:pt x="84" y="443"/>
                  </a:lnTo>
                  <a:lnTo>
                    <a:pt x="74" y="433"/>
                  </a:lnTo>
                  <a:lnTo>
                    <a:pt x="65" y="422"/>
                  </a:lnTo>
                  <a:lnTo>
                    <a:pt x="58" y="412"/>
                  </a:lnTo>
                  <a:lnTo>
                    <a:pt x="50" y="400"/>
                  </a:lnTo>
                  <a:lnTo>
                    <a:pt x="42" y="389"/>
                  </a:lnTo>
                  <a:lnTo>
                    <a:pt x="36" y="376"/>
                  </a:lnTo>
                  <a:lnTo>
                    <a:pt x="30" y="364"/>
                  </a:lnTo>
                  <a:lnTo>
                    <a:pt x="25" y="352"/>
                  </a:lnTo>
                  <a:lnTo>
                    <a:pt x="21" y="338"/>
                  </a:lnTo>
                  <a:lnTo>
                    <a:pt x="17" y="324"/>
                  </a:lnTo>
                  <a:lnTo>
                    <a:pt x="14" y="309"/>
                  </a:lnTo>
                  <a:lnTo>
                    <a:pt x="12" y="295"/>
                  </a:lnTo>
                  <a:lnTo>
                    <a:pt x="11" y="279"/>
                  </a:lnTo>
                  <a:lnTo>
                    <a:pt x="10" y="263"/>
                  </a:lnTo>
                  <a:lnTo>
                    <a:pt x="11" y="248"/>
                  </a:lnTo>
                  <a:lnTo>
                    <a:pt x="12" y="233"/>
                  </a:lnTo>
                  <a:lnTo>
                    <a:pt x="13" y="218"/>
                  </a:lnTo>
                  <a:lnTo>
                    <a:pt x="15" y="205"/>
                  </a:lnTo>
                  <a:lnTo>
                    <a:pt x="19" y="191"/>
                  </a:lnTo>
                  <a:lnTo>
                    <a:pt x="23" y="178"/>
                  </a:lnTo>
                  <a:lnTo>
                    <a:pt x="27" y="166"/>
                  </a:lnTo>
                  <a:lnTo>
                    <a:pt x="31" y="153"/>
                  </a:lnTo>
                  <a:lnTo>
                    <a:pt x="37" y="142"/>
                  </a:lnTo>
                  <a:lnTo>
                    <a:pt x="43" y="131"/>
                  </a:lnTo>
                  <a:lnTo>
                    <a:pt x="50" y="119"/>
                  </a:lnTo>
                  <a:lnTo>
                    <a:pt x="58" y="109"/>
                  </a:lnTo>
                  <a:lnTo>
                    <a:pt x="66" y="99"/>
                  </a:lnTo>
                  <a:lnTo>
                    <a:pt x="74" y="88"/>
                  </a:lnTo>
                  <a:lnTo>
                    <a:pt x="84" y="79"/>
                  </a:lnTo>
                  <a:lnTo>
                    <a:pt x="94" y="71"/>
                  </a:lnTo>
                  <a:lnTo>
                    <a:pt x="104" y="61"/>
                  </a:lnTo>
                  <a:lnTo>
                    <a:pt x="116" y="54"/>
                  </a:lnTo>
                  <a:lnTo>
                    <a:pt x="127" y="46"/>
                  </a:lnTo>
                  <a:lnTo>
                    <a:pt x="139" y="40"/>
                  </a:lnTo>
                  <a:lnTo>
                    <a:pt x="152" y="33"/>
                  </a:lnTo>
                  <a:lnTo>
                    <a:pt x="165" y="27"/>
                  </a:lnTo>
                  <a:lnTo>
                    <a:pt x="179" y="22"/>
                  </a:lnTo>
                  <a:lnTo>
                    <a:pt x="193" y="18"/>
                  </a:lnTo>
                  <a:lnTo>
                    <a:pt x="208" y="14"/>
                  </a:lnTo>
                  <a:lnTo>
                    <a:pt x="223" y="10"/>
                  </a:lnTo>
                  <a:lnTo>
                    <a:pt x="239" y="7"/>
                  </a:lnTo>
                  <a:lnTo>
                    <a:pt x="254" y="5"/>
                  </a:lnTo>
                  <a:lnTo>
                    <a:pt x="271" y="2"/>
                  </a:lnTo>
                  <a:lnTo>
                    <a:pt x="288" y="1"/>
                  </a:lnTo>
                  <a:lnTo>
                    <a:pt x="306" y="0"/>
                  </a:lnTo>
                  <a:lnTo>
                    <a:pt x="325" y="0"/>
                  </a:lnTo>
                  <a:lnTo>
                    <a:pt x="342" y="0"/>
                  </a:lnTo>
                  <a:lnTo>
                    <a:pt x="360" y="1"/>
                  </a:lnTo>
                  <a:lnTo>
                    <a:pt x="377" y="2"/>
                  </a:lnTo>
                  <a:lnTo>
                    <a:pt x="395" y="5"/>
                  </a:lnTo>
                  <a:lnTo>
                    <a:pt x="411" y="7"/>
                  </a:lnTo>
                  <a:lnTo>
                    <a:pt x="429" y="10"/>
                  </a:lnTo>
                  <a:lnTo>
                    <a:pt x="445" y="13"/>
                  </a:lnTo>
                  <a:lnTo>
                    <a:pt x="462" y="17"/>
                  </a:lnTo>
                  <a:lnTo>
                    <a:pt x="495" y="26"/>
                  </a:lnTo>
                  <a:lnTo>
                    <a:pt x="529" y="38"/>
                  </a:lnTo>
                  <a:lnTo>
                    <a:pt x="563" y="51"/>
                  </a:lnTo>
                  <a:lnTo>
                    <a:pt x="599" y="65"/>
                  </a:lnTo>
                  <a:lnTo>
                    <a:pt x="535" y="217"/>
                  </a:lnTo>
                  <a:lnTo>
                    <a:pt x="500" y="204"/>
                  </a:lnTo>
                  <a:lnTo>
                    <a:pt x="468" y="191"/>
                  </a:lnTo>
                  <a:lnTo>
                    <a:pt x="439" y="182"/>
                  </a:lnTo>
                  <a:lnTo>
                    <a:pt x="413" y="175"/>
                  </a:lnTo>
                  <a:lnTo>
                    <a:pt x="389" y="170"/>
                  </a:lnTo>
                  <a:lnTo>
                    <a:pt x="365" y="166"/>
                  </a:lnTo>
                  <a:lnTo>
                    <a:pt x="341" y="164"/>
                  </a:lnTo>
                  <a:lnTo>
                    <a:pt x="318" y="164"/>
                  </a:lnTo>
                  <a:lnTo>
                    <a:pt x="304" y="164"/>
                  </a:lnTo>
                  <a:lnTo>
                    <a:pt x="291" y="165"/>
                  </a:lnTo>
                  <a:lnTo>
                    <a:pt x="280" y="167"/>
                  </a:lnTo>
                  <a:lnTo>
                    <a:pt x="269" y="170"/>
                  </a:lnTo>
                  <a:lnTo>
                    <a:pt x="258" y="173"/>
                  </a:lnTo>
                  <a:lnTo>
                    <a:pt x="249" y="178"/>
                  </a:lnTo>
                  <a:lnTo>
                    <a:pt x="240" y="183"/>
                  </a:lnTo>
                  <a:lnTo>
                    <a:pt x="233" y="189"/>
                  </a:lnTo>
                  <a:lnTo>
                    <a:pt x="225" y="196"/>
                  </a:lnTo>
                  <a:lnTo>
                    <a:pt x="219" y="203"/>
                  </a:lnTo>
                  <a:lnTo>
                    <a:pt x="214" y="211"/>
                  </a:lnTo>
                  <a:lnTo>
                    <a:pt x="210" y="218"/>
                  </a:lnTo>
                  <a:lnTo>
                    <a:pt x="207" y="228"/>
                  </a:lnTo>
                  <a:lnTo>
                    <a:pt x="205" y="237"/>
                  </a:lnTo>
                  <a:lnTo>
                    <a:pt x="203" y="246"/>
                  </a:lnTo>
                  <a:lnTo>
                    <a:pt x="203" y="257"/>
                  </a:lnTo>
                  <a:lnTo>
                    <a:pt x="204" y="269"/>
                  </a:lnTo>
                  <a:lnTo>
                    <a:pt x="206" y="281"/>
                  </a:lnTo>
                  <a:lnTo>
                    <a:pt x="210" y="292"/>
                  </a:lnTo>
                  <a:lnTo>
                    <a:pt x="215" y="302"/>
                  </a:lnTo>
                  <a:lnTo>
                    <a:pt x="221" y="311"/>
                  </a:lnTo>
                  <a:lnTo>
                    <a:pt x="230" y="321"/>
                  </a:lnTo>
                  <a:lnTo>
                    <a:pt x="241" y="330"/>
                  </a:lnTo>
                  <a:lnTo>
                    <a:pt x="253" y="339"/>
                  </a:lnTo>
                  <a:lnTo>
                    <a:pt x="271" y="350"/>
                  </a:lnTo>
                  <a:lnTo>
                    <a:pt x="297" y="364"/>
                  </a:lnTo>
                  <a:lnTo>
                    <a:pt x="333" y="383"/>
                  </a:lnTo>
                  <a:lnTo>
                    <a:pt x="377" y="403"/>
                  </a:lnTo>
                  <a:lnTo>
                    <a:pt x="408" y="419"/>
                  </a:lnTo>
                  <a:lnTo>
                    <a:pt x="437" y="434"/>
                  </a:lnTo>
                  <a:lnTo>
                    <a:pt x="463" y="451"/>
                  </a:lnTo>
                  <a:lnTo>
                    <a:pt x="487" y="466"/>
                  </a:lnTo>
                  <a:lnTo>
                    <a:pt x="507" y="482"/>
                  </a:lnTo>
                  <a:lnTo>
                    <a:pt x="526" y="497"/>
                  </a:lnTo>
                  <a:lnTo>
                    <a:pt x="542" y="513"/>
                  </a:lnTo>
                  <a:lnTo>
                    <a:pt x="555" y="528"/>
                  </a:lnTo>
                  <a:lnTo>
                    <a:pt x="566" y="544"/>
                  </a:lnTo>
                  <a:lnTo>
                    <a:pt x="577" y="560"/>
                  </a:lnTo>
                  <a:lnTo>
                    <a:pt x="585" y="579"/>
                  </a:lnTo>
                  <a:lnTo>
                    <a:pt x="591" y="597"/>
                  </a:lnTo>
                  <a:lnTo>
                    <a:pt x="596" y="617"/>
                  </a:lnTo>
                  <a:lnTo>
                    <a:pt x="600" y="637"/>
                  </a:lnTo>
                  <a:lnTo>
                    <a:pt x="603" y="658"/>
                  </a:lnTo>
                  <a:lnTo>
                    <a:pt x="604" y="68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23"/>
            <p:cNvSpPr/>
            <p:nvPr/>
          </p:nvSpPr>
          <p:spPr>
            <a:xfrm>
              <a:off x="326" y="3053"/>
              <a:ext cx="31" cy="40"/>
            </a:xfrm>
            <a:custGeom>
              <a:avLst/>
              <a:gdLst/>
              <a:ahLst/>
              <a:cxnLst/>
              <a:rect l="l" t="t" r="r" b="b"/>
              <a:pathLst>
                <a:path w="699" h="923" extrusionOk="0">
                  <a:moveTo>
                    <a:pt x="448" y="923"/>
                  </a:moveTo>
                  <a:lnTo>
                    <a:pt x="251" y="923"/>
                  </a:lnTo>
                  <a:lnTo>
                    <a:pt x="251" y="163"/>
                  </a:lnTo>
                  <a:lnTo>
                    <a:pt x="0" y="163"/>
                  </a:lnTo>
                  <a:lnTo>
                    <a:pt x="0" y="0"/>
                  </a:lnTo>
                  <a:lnTo>
                    <a:pt x="699" y="0"/>
                  </a:lnTo>
                  <a:lnTo>
                    <a:pt x="699" y="163"/>
                  </a:lnTo>
                  <a:lnTo>
                    <a:pt x="448" y="163"/>
                  </a:lnTo>
                  <a:lnTo>
                    <a:pt x="448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23"/>
            <p:cNvSpPr/>
            <p:nvPr/>
          </p:nvSpPr>
          <p:spPr>
            <a:xfrm>
              <a:off x="363" y="3053"/>
              <a:ext cx="9" cy="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23"/>
            <p:cNvSpPr/>
            <p:nvPr/>
          </p:nvSpPr>
          <p:spPr>
            <a:xfrm>
              <a:off x="378" y="3053"/>
              <a:ext cx="30" cy="40"/>
            </a:xfrm>
            <a:custGeom>
              <a:avLst/>
              <a:gdLst/>
              <a:ahLst/>
              <a:cxnLst/>
              <a:rect l="l" t="t" r="r" b="b"/>
              <a:pathLst>
                <a:path w="699" h="923" extrusionOk="0">
                  <a:moveTo>
                    <a:pt x="448" y="923"/>
                  </a:moveTo>
                  <a:lnTo>
                    <a:pt x="252" y="923"/>
                  </a:lnTo>
                  <a:lnTo>
                    <a:pt x="252" y="163"/>
                  </a:lnTo>
                  <a:lnTo>
                    <a:pt x="0" y="163"/>
                  </a:lnTo>
                  <a:lnTo>
                    <a:pt x="0" y="0"/>
                  </a:lnTo>
                  <a:lnTo>
                    <a:pt x="699" y="0"/>
                  </a:lnTo>
                  <a:lnTo>
                    <a:pt x="699" y="163"/>
                  </a:lnTo>
                  <a:lnTo>
                    <a:pt x="448" y="163"/>
                  </a:lnTo>
                  <a:lnTo>
                    <a:pt x="448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23"/>
            <p:cNvSpPr/>
            <p:nvPr/>
          </p:nvSpPr>
          <p:spPr>
            <a:xfrm>
              <a:off x="414" y="3053"/>
              <a:ext cx="33" cy="40"/>
            </a:xfrm>
            <a:custGeom>
              <a:avLst/>
              <a:gdLst/>
              <a:ahLst/>
              <a:cxnLst/>
              <a:rect l="l" t="t" r="r" b="b"/>
              <a:pathLst>
                <a:path w="760" h="937" extrusionOk="0">
                  <a:moveTo>
                    <a:pt x="760" y="0"/>
                  </a:moveTo>
                  <a:lnTo>
                    <a:pt x="760" y="598"/>
                  </a:lnTo>
                  <a:lnTo>
                    <a:pt x="759" y="623"/>
                  </a:lnTo>
                  <a:lnTo>
                    <a:pt x="757" y="647"/>
                  </a:lnTo>
                  <a:lnTo>
                    <a:pt x="754" y="671"/>
                  </a:lnTo>
                  <a:lnTo>
                    <a:pt x="749" y="694"/>
                  </a:lnTo>
                  <a:lnTo>
                    <a:pt x="743" y="716"/>
                  </a:lnTo>
                  <a:lnTo>
                    <a:pt x="734" y="737"/>
                  </a:lnTo>
                  <a:lnTo>
                    <a:pt x="725" y="758"/>
                  </a:lnTo>
                  <a:lnTo>
                    <a:pt x="715" y="778"/>
                  </a:lnTo>
                  <a:lnTo>
                    <a:pt x="702" y="796"/>
                  </a:lnTo>
                  <a:lnTo>
                    <a:pt x="689" y="814"/>
                  </a:lnTo>
                  <a:lnTo>
                    <a:pt x="674" y="830"/>
                  </a:lnTo>
                  <a:lnTo>
                    <a:pt x="658" y="846"/>
                  </a:lnTo>
                  <a:lnTo>
                    <a:pt x="641" y="859"/>
                  </a:lnTo>
                  <a:lnTo>
                    <a:pt x="623" y="873"/>
                  </a:lnTo>
                  <a:lnTo>
                    <a:pt x="603" y="885"/>
                  </a:lnTo>
                  <a:lnTo>
                    <a:pt x="581" y="895"/>
                  </a:lnTo>
                  <a:lnTo>
                    <a:pt x="560" y="905"/>
                  </a:lnTo>
                  <a:lnTo>
                    <a:pt x="536" y="913"/>
                  </a:lnTo>
                  <a:lnTo>
                    <a:pt x="512" y="920"/>
                  </a:lnTo>
                  <a:lnTo>
                    <a:pt x="487" y="926"/>
                  </a:lnTo>
                  <a:lnTo>
                    <a:pt x="460" y="931"/>
                  </a:lnTo>
                  <a:lnTo>
                    <a:pt x="434" y="934"/>
                  </a:lnTo>
                  <a:lnTo>
                    <a:pt x="406" y="936"/>
                  </a:lnTo>
                  <a:lnTo>
                    <a:pt x="377" y="937"/>
                  </a:lnTo>
                  <a:lnTo>
                    <a:pt x="354" y="937"/>
                  </a:lnTo>
                  <a:lnTo>
                    <a:pt x="333" y="935"/>
                  </a:lnTo>
                  <a:lnTo>
                    <a:pt x="313" y="934"/>
                  </a:lnTo>
                  <a:lnTo>
                    <a:pt x="292" y="931"/>
                  </a:lnTo>
                  <a:lnTo>
                    <a:pt x="272" y="927"/>
                  </a:lnTo>
                  <a:lnTo>
                    <a:pt x="254" y="923"/>
                  </a:lnTo>
                  <a:lnTo>
                    <a:pt x="236" y="919"/>
                  </a:lnTo>
                  <a:lnTo>
                    <a:pt x="218" y="914"/>
                  </a:lnTo>
                  <a:lnTo>
                    <a:pt x="201" y="908"/>
                  </a:lnTo>
                  <a:lnTo>
                    <a:pt x="184" y="901"/>
                  </a:lnTo>
                  <a:lnTo>
                    <a:pt x="169" y="893"/>
                  </a:lnTo>
                  <a:lnTo>
                    <a:pt x="153" y="885"/>
                  </a:lnTo>
                  <a:lnTo>
                    <a:pt x="139" y="876"/>
                  </a:lnTo>
                  <a:lnTo>
                    <a:pt x="126" y="867"/>
                  </a:lnTo>
                  <a:lnTo>
                    <a:pt x="112" y="856"/>
                  </a:lnTo>
                  <a:lnTo>
                    <a:pt x="100" y="845"/>
                  </a:lnTo>
                  <a:lnTo>
                    <a:pt x="87" y="833"/>
                  </a:lnTo>
                  <a:lnTo>
                    <a:pt x="76" y="821"/>
                  </a:lnTo>
                  <a:lnTo>
                    <a:pt x="66" y="809"/>
                  </a:lnTo>
                  <a:lnTo>
                    <a:pt x="56" y="795"/>
                  </a:lnTo>
                  <a:lnTo>
                    <a:pt x="47" y="782"/>
                  </a:lnTo>
                  <a:lnTo>
                    <a:pt x="39" y="767"/>
                  </a:lnTo>
                  <a:lnTo>
                    <a:pt x="32" y="753"/>
                  </a:lnTo>
                  <a:lnTo>
                    <a:pt x="25" y="737"/>
                  </a:lnTo>
                  <a:lnTo>
                    <a:pt x="19" y="721"/>
                  </a:lnTo>
                  <a:lnTo>
                    <a:pt x="14" y="705"/>
                  </a:lnTo>
                  <a:lnTo>
                    <a:pt x="10" y="688"/>
                  </a:lnTo>
                  <a:lnTo>
                    <a:pt x="7" y="670"/>
                  </a:lnTo>
                  <a:lnTo>
                    <a:pt x="4" y="653"/>
                  </a:lnTo>
                  <a:lnTo>
                    <a:pt x="3" y="634"/>
                  </a:lnTo>
                  <a:lnTo>
                    <a:pt x="0" y="614"/>
                  </a:lnTo>
                  <a:lnTo>
                    <a:pt x="0" y="595"/>
                  </a:lnTo>
                  <a:lnTo>
                    <a:pt x="0" y="0"/>
                  </a:lnTo>
                  <a:lnTo>
                    <a:pt x="196" y="0"/>
                  </a:lnTo>
                  <a:lnTo>
                    <a:pt x="196" y="566"/>
                  </a:lnTo>
                  <a:lnTo>
                    <a:pt x="197" y="592"/>
                  </a:lnTo>
                  <a:lnTo>
                    <a:pt x="199" y="615"/>
                  </a:lnTo>
                  <a:lnTo>
                    <a:pt x="202" y="638"/>
                  </a:lnTo>
                  <a:lnTo>
                    <a:pt x="207" y="658"/>
                  </a:lnTo>
                  <a:lnTo>
                    <a:pt x="213" y="676"/>
                  </a:lnTo>
                  <a:lnTo>
                    <a:pt x="221" y="694"/>
                  </a:lnTo>
                  <a:lnTo>
                    <a:pt x="225" y="701"/>
                  </a:lnTo>
                  <a:lnTo>
                    <a:pt x="229" y="708"/>
                  </a:lnTo>
                  <a:lnTo>
                    <a:pt x="234" y="716"/>
                  </a:lnTo>
                  <a:lnTo>
                    <a:pt x="239" y="722"/>
                  </a:lnTo>
                  <a:lnTo>
                    <a:pt x="244" y="728"/>
                  </a:lnTo>
                  <a:lnTo>
                    <a:pt x="251" y="734"/>
                  </a:lnTo>
                  <a:lnTo>
                    <a:pt x="257" y="739"/>
                  </a:lnTo>
                  <a:lnTo>
                    <a:pt x="264" y="745"/>
                  </a:lnTo>
                  <a:lnTo>
                    <a:pt x="271" y="749"/>
                  </a:lnTo>
                  <a:lnTo>
                    <a:pt x="280" y="753"/>
                  </a:lnTo>
                  <a:lnTo>
                    <a:pt x="288" y="757"/>
                  </a:lnTo>
                  <a:lnTo>
                    <a:pt x="296" y="760"/>
                  </a:lnTo>
                  <a:lnTo>
                    <a:pt x="315" y="765"/>
                  </a:lnTo>
                  <a:lnTo>
                    <a:pt x="335" y="769"/>
                  </a:lnTo>
                  <a:lnTo>
                    <a:pt x="358" y="771"/>
                  </a:lnTo>
                  <a:lnTo>
                    <a:pt x="382" y="772"/>
                  </a:lnTo>
                  <a:lnTo>
                    <a:pt x="405" y="771"/>
                  </a:lnTo>
                  <a:lnTo>
                    <a:pt x="426" y="769"/>
                  </a:lnTo>
                  <a:lnTo>
                    <a:pt x="446" y="765"/>
                  </a:lnTo>
                  <a:lnTo>
                    <a:pt x="465" y="760"/>
                  </a:lnTo>
                  <a:lnTo>
                    <a:pt x="473" y="756"/>
                  </a:lnTo>
                  <a:lnTo>
                    <a:pt x="481" y="753"/>
                  </a:lnTo>
                  <a:lnTo>
                    <a:pt x="489" y="749"/>
                  </a:lnTo>
                  <a:lnTo>
                    <a:pt x="497" y="744"/>
                  </a:lnTo>
                  <a:lnTo>
                    <a:pt x="503" y="739"/>
                  </a:lnTo>
                  <a:lnTo>
                    <a:pt x="510" y="734"/>
                  </a:lnTo>
                  <a:lnTo>
                    <a:pt x="515" y="728"/>
                  </a:lnTo>
                  <a:lnTo>
                    <a:pt x="521" y="722"/>
                  </a:lnTo>
                  <a:lnTo>
                    <a:pt x="527" y="716"/>
                  </a:lnTo>
                  <a:lnTo>
                    <a:pt x="532" y="708"/>
                  </a:lnTo>
                  <a:lnTo>
                    <a:pt x="536" y="701"/>
                  </a:lnTo>
                  <a:lnTo>
                    <a:pt x="540" y="693"/>
                  </a:lnTo>
                  <a:lnTo>
                    <a:pt x="547" y="676"/>
                  </a:lnTo>
                  <a:lnTo>
                    <a:pt x="553" y="658"/>
                  </a:lnTo>
                  <a:lnTo>
                    <a:pt x="559" y="637"/>
                  </a:lnTo>
                  <a:lnTo>
                    <a:pt x="562" y="614"/>
                  </a:lnTo>
                  <a:lnTo>
                    <a:pt x="564" y="591"/>
                  </a:lnTo>
                  <a:lnTo>
                    <a:pt x="565" y="565"/>
                  </a:lnTo>
                  <a:lnTo>
                    <a:pt x="565" y="0"/>
                  </a:lnTo>
                  <a:lnTo>
                    <a:pt x="7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23"/>
            <p:cNvSpPr/>
            <p:nvPr/>
          </p:nvSpPr>
          <p:spPr>
            <a:xfrm>
              <a:off x="453" y="3053"/>
              <a:ext cx="31" cy="40"/>
            </a:xfrm>
            <a:custGeom>
              <a:avLst/>
              <a:gdLst/>
              <a:ahLst/>
              <a:cxnLst/>
              <a:rect l="l" t="t" r="r" b="b"/>
              <a:pathLst>
                <a:path w="699" h="923" extrusionOk="0">
                  <a:moveTo>
                    <a:pt x="447" y="923"/>
                  </a:moveTo>
                  <a:lnTo>
                    <a:pt x="251" y="923"/>
                  </a:lnTo>
                  <a:lnTo>
                    <a:pt x="251" y="163"/>
                  </a:lnTo>
                  <a:lnTo>
                    <a:pt x="0" y="163"/>
                  </a:lnTo>
                  <a:lnTo>
                    <a:pt x="0" y="0"/>
                  </a:lnTo>
                  <a:lnTo>
                    <a:pt x="699" y="0"/>
                  </a:lnTo>
                  <a:lnTo>
                    <a:pt x="699" y="163"/>
                  </a:lnTo>
                  <a:lnTo>
                    <a:pt x="447" y="163"/>
                  </a:lnTo>
                  <a:lnTo>
                    <a:pt x="447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23"/>
            <p:cNvSpPr/>
            <p:nvPr/>
          </p:nvSpPr>
          <p:spPr>
            <a:xfrm>
              <a:off x="488" y="3052"/>
              <a:ext cx="39" cy="41"/>
            </a:xfrm>
            <a:custGeom>
              <a:avLst/>
              <a:gdLst/>
              <a:ahLst/>
              <a:cxnLst/>
              <a:rect l="l" t="t" r="r" b="b"/>
              <a:pathLst>
                <a:path w="881" h="952" extrusionOk="0">
                  <a:moveTo>
                    <a:pt x="881" y="476"/>
                  </a:moveTo>
                  <a:lnTo>
                    <a:pt x="881" y="504"/>
                  </a:lnTo>
                  <a:lnTo>
                    <a:pt x="878" y="531"/>
                  </a:lnTo>
                  <a:lnTo>
                    <a:pt x="876" y="558"/>
                  </a:lnTo>
                  <a:lnTo>
                    <a:pt x="873" y="584"/>
                  </a:lnTo>
                  <a:lnTo>
                    <a:pt x="869" y="609"/>
                  </a:lnTo>
                  <a:lnTo>
                    <a:pt x="865" y="633"/>
                  </a:lnTo>
                  <a:lnTo>
                    <a:pt x="859" y="656"/>
                  </a:lnTo>
                  <a:lnTo>
                    <a:pt x="853" y="679"/>
                  </a:lnTo>
                  <a:lnTo>
                    <a:pt x="844" y="701"/>
                  </a:lnTo>
                  <a:lnTo>
                    <a:pt x="836" y="721"/>
                  </a:lnTo>
                  <a:lnTo>
                    <a:pt x="827" y="741"/>
                  </a:lnTo>
                  <a:lnTo>
                    <a:pt x="816" y="761"/>
                  </a:lnTo>
                  <a:lnTo>
                    <a:pt x="805" y="778"/>
                  </a:lnTo>
                  <a:lnTo>
                    <a:pt x="794" y="796"/>
                  </a:lnTo>
                  <a:lnTo>
                    <a:pt x="780" y="812"/>
                  </a:lnTo>
                  <a:lnTo>
                    <a:pt x="767" y="829"/>
                  </a:lnTo>
                  <a:lnTo>
                    <a:pt x="752" y="843"/>
                  </a:lnTo>
                  <a:lnTo>
                    <a:pt x="737" y="858"/>
                  </a:lnTo>
                  <a:lnTo>
                    <a:pt x="720" y="870"/>
                  </a:lnTo>
                  <a:lnTo>
                    <a:pt x="704" y="883"/>
                  </a:lnTo>
                  <a:lnTo>
                    <a:pt x="686" y="894"/>
                  </a:lnTo>
                  <a:lnTo>
                    <a:pt x="668" y="903"/>
                  </a:lnTo>
                  <a:lnTo>
                    <a:pt x="648" y="912"/>
                  </a:lnTo>
                  <a:lnTo>
                    <a:pt x="628" y="921"/>
                  </a:lnTo>
                  <a:lnTo>
                    <a:pt x="608" y="928"/>
                  </a:lnTo>
                  <a:lnTo>
                    <a:pt x="586" y="934"/>
                  </a:lnTo>
                  <a:lnTo>
                    <a:pt x="563" y="939"/>
                  </a:lnTo>
                  <a:lnTo>
                    <a:pt x="540" y="943"/>
                  </a:lnTo>
                  <a:lnTo>
                    <a:pt x="517" y="948"/>
                  </a:lnTo>
                  <a:lnTo>
                    <a:pt x="492" y="950"/>
                  </a:lnTo>
                  <a:lnTo>
                    <a:pt x="466" y="951"/>
                  </a:lnTo>
                  <a:lnTo>
                    <a:pt x="440" y="952"/>
                  </a:lnTo>
                  <a:lnTo>
                    <a:pt x="413" y="951"/>
                  </a:lnTo>
                  <a:lnTo>
                    <a:pt x="389" y="950"/>
                  </a:lnTo>
                  <a:lnTo>
                    <a:pt x="364" y="948"/>
                  </a:lnTo>
                  <a:lnTo>
                    <a:pt x="340" y="943"/>
                  </a:lnTo>
                  <a:lnTo>
                    <a:pt x="317" y="939"/>
                  </a:lnTo>
                  <a:lnTo>
                    <a:pt x="294" y="934"/>
                  </a:lnTo>
                  <a:lnTo>
                    <a:pt x="273" y="928"/>
                  </a:lnTo>
                  <a:lnTo>
                    <a:pt x="252" y="921"/>
                  </a:lnTo>
                  <a:lnTo>
                    <a:pt x="232" y="912"/>
                  </a:lnTo>
                  <a:lnTo>
                    <a:pt x="213" y="903"/>
                  </a:lnTo>
                  <a:lnTo>
                    <a:pt x="194" y="894"/>
                  </a:lnTo>
                  <a:lnTo>
                    <a:pt x="177" y="883"/>
                  </a:lnTo>
                  <a:lnTo>
                    <a:pt x="159" y="870"/>
                  </a:lnTo>
                  <a:lnTo>
                    <a:pt x="144" y="858"/>
                  </a:lnTo>
                  <a:lnTo>
                    <a:pt x="128" y="843"/>
                  </a:lnTo>
                  <a:lnTo>
                    <a:pt x="114" y="829"/>
                  </a:lnTo>
                  <a:lnTo>
                    <a:pt x="99" y="812"/>
                  </a:lnTo>
                  <a:lnTo>
                    <a:pt x="87" y="796"/>
                  </a:lnTo>
                  <a:lnTo>
                    <a:pt x="74" y="778"/>
                  </a:lnTo>
                  <a:lnTo>
                    <a:pt x="63" y="761"/>
                  </a:lnTo>
                  <a:lnTo>
                    <a:pt x="54" y="741"/>
                  </a:lnTo>
                  <a:lnTo>
                    <a:pt x="44" y="721"/>
                  </a:lnTo>
                  <a:lnTo>
                    <a:pt x="35" y="700"/>
                  </a:lnTo>
                  <a:lnTo>
                    <a:pt x="28" y="678"/>
                  </a:lnTo>
                  <a:lnTo>
                    <a:pt x="22" y="656"/>
                  </a:lnTo>
                  <a:lnTo>
                    <a:pt x="15" y="633"/>
                  </a:lnTo>
                  <a:lnTo>
                    <a:pt x="10" y="609"/>
                  </a:lnTo>
                  <a:lnTo>
                    <a:pt x="6" y="583"/>
                  </a:lnTo>
                  <a:lnTo>
                    <a:pt x="3" y="557"/>
                  </a:lnTo>
                  <a:lnTo>
                    <a:pt x="1" y="530"/>
                  </a:lnTo>
                  <a:lnTo>
                    <a:pt x="0" y="503"/>
                  </a:lnTo>
                  <a:lnTo>
                    <a:pt x="0" y="474"/>
                  </a:lnTo>
                  <a:lnTo>
                    <a:pt x="0" y="447"/>
                  </a:lnTo>
                  <a:lnTo>
                    <a:pt x="1" y="419"/>
                  </a:lnTo>
                  <a:lnTo>
                    <a:pt x="3" y="392"/>
                  </a:lnTo>
                  <a:lnTo>
                    <a:pt x="6" y="366"/>
                  </a:lnTo>
                  <a:lnTo>
                    <a:pt x="10" y="341"/>
                  </a:lnTo>
                  <a:lnTo>
                    <a:pt x="15" y="317"/>
                  </a:lnTo>
                  <a:lnTo>
                    <a:pt x="22" y="294"/>
                  </a:lnTo>
                  <a:lnTo>
                    <a:pt x="28" y="271"/>
                  </a:lnTo>
                  <a:lnTo>
                    <a:pt x="36" y="249"/>
                  </a:lnTo>
                  <a:lnTo>
                    <a:pt x="44" y="229"/>
                  </a:lnTo>
                  <a:lnTo>
                    <a:pt x="54" y="209"/>
                  </a:lnTo>
                  <a:lnTo>
                    <a:pt x="64" y="190"/>
                  </a:lnTo>
                  <a:lnTo>
                    <a:pt x="75" y="172"/>
                  </a:lnTo>
                  <a:lnTo>
                    <a:pt x="87" y="154"/>
                  </a:lnTo>
                  <a:lnTo>
                    <a:pt x="100" y="138"/>
                  </a:lnTo>
                  <a:lnTo>
                    <a:pt x="114" y="122"/>
                  </a:lnTo>
                  <a:lnTo>
                    <a:pt x="128" y="108"/>
                  </a:lnTo>
                  <a:lnTo>
                    <a:pt x="144" y="94"/>
                  </a:lnTo>
                  <a:lnTo>
                    <a:pt x="160" y="81"/>
                  </a:lnTo>
                  <a:lnTo>
                    <a:pt x="177" y="70"/>
                  </a:lnTo>
                  <a:lnTo>
                    <a:pt x="195" y="58"/>
                  </a:lnTo>
                  <a:lnTo>
                    <a:pt x="214" y="48"/>
                  </a:lnTo>
                  <a:lnTo>
                    <a:pt x="232" y="40"/>
                  </a:lnTo>
                  <a:lnTo>
                    <a:pt x="253" y="31"/>
                  </a:lnTo>
                  <a:lnTo>
                    <a:pt x="274" y="24"/>
                  </a:lnTo>
                  <a:lnTo>
                    <a:pt x="296" y="18"/>
                  </a:lnTo>
                  <a:lnTo>
                    <a:pt x="317" y="13"/>
                  </a:lnTo>
                  <a:lnTo>
                    <a:pt x="341" y="9"/>
                  </a:lnTo>
                  <a:lnTo>
                    <a:pt x="365" y="5"/>
                  </a:lnTo>
                  <a:lnTo>
                    <a:pt x="390" y="2"/>
                  </a:lnTo>
                  <a:lnTo>
                    <a:pt x="415" y="1"/>
                  </a:lnTo>
                  <a:lnTo>
                    <a:pt x="441" y="0"/>
                  </a:lnTo>
                  <a:lnTo>
                    <a:pt x="468" y="1"/>
                  </a:lnTo>
                  <a:lnTo>
                    <a:pt x="493" y="2"/>
                  </a:lnTo>
                  <a:lnTo>
                    <a:pt x="518" y="5"/>
                  </a:lnTo>
                  <a:lnTo>
                    <a:pt x="541" y="9"/>
                  </a:lnTo>
                  <a:lnTo>
                    <a:pt x="565" y="13"/>
                  </a:lnTo>
                  <a:lnTo>
                    <a:pt x="587" y="18"/>
                  </a:lnTo>
                  <a:lnTo>
                    <a:pt x="609" y="24"/>
                  </a:lnTo>
                  <a:lnTo>
                    <a:pt x="629" y="31"/>
                  </a:lnTo>
                  <a:lnTo>
                    <a:pt x="650" y="40"/>
                  </a:lnTo>
                  <a:lnTo>
                    <a:pt x="669" y="49"/>
                  </a:lnTo>
                  <a:lnTo>
                    <a:pt x="687" y="58"/>
                  </a:lnTo>
                  <a:lnTo>
                    <a:pt x="705" y="70"/>
                  </a:lnTo>
                  <a:lnTo>
                    <a:pt x="721" y="82"/>
                  </a:lnTo>
                  <a:lnTo>
                    <a:pt x="738" y="94"/>
                  </a:lnTo>
                  <a:lnTo>
                    <a:pt x="753" y="109"/>
                  </a:lnTo>
                  <a:lnTo>
                    <a:pt x="768" y="123"/>
                  </a:lnTo>
                  <a:lnTo>
                    <a:pt x="781" y="139"/>
                  </a:lnTo>
                  <a:lnTo>
                    <a:pt x="794" y="155"/>
                  </a:lnTo>
                  <a:lnTo>
                    <a:pt x="806" y="173"/>
                  </a:lnTo>
                  <a:lnTo>
                    <a:pt x="817" y="191"/>
                  </a:lnTo>
                  <a:lnTo>
                    <a:pt x="827" y="210"/>
                  </a:lnTo>
                  <a:lnTo>
                    <a:pt x="836" y="231"/>
                  </a:lnTo>
                  <a:lnTo>
                    <a:pt x="845" y="251"/>
                  </a:lnTo>
                  <a:lnTo>
                    <a:pt x="853" y="273"/>
                  </a:lnTo>
                  <a:lnTo>
                    <a:pt x="859" y="295"/>
                  </a:lnTo>
                  <a:lnTo>
                    <a:pt x="865" y="318"/>
                  </a:lnTo>
                  <a:lnTo>
                    <a:pt x="869" y="342"/>
                  </a:lnTo>
                  <a:lnTo>
                    <a:pt x="873" y="367"/>
                  </a:lnTo>
                  <a:lnTo>
                    <a:pt x="876" y="393"/>
                  </a:lnTo>
                  <a:lnTo>
                    <a:pt x="878" y="420"/>
                  </a:lnTo>
                  <a:lnTo>
                    <a:pt x="881" y="448"/>
                  </a:lnTo>
                  <a:lnTo>
                    <a:pt x="881" y="476"/>
                  </a:lnTo>
                  <a:close/>
                  <a:moveTo>
                    <a:pt x="206" y="476"/>
                  </a:moveTo>
                  <a:lnTo>
                    <a:pt x="206" y="514"/>
                  </a:lnTo>
                  <a:lnTo>
                    <a:pt x="209" y="549"/>
                  </a:lnTo>
                  <a:lnTo>
                    <a:pt x="211" y="565"/>
                  </a:lnTo>
                  <a:lnTo>
                    <a:pt x="214" y="581"/>
                  </a:lnTo>
                  <a:lnTo>
                    <a:pt x="217" y="596"/>
                  </a:lnTo>
                  <a:lnTo>
                    <a:pt x="220" y="612"/>
                  </a:lnTo>
                  <a:lnTo>
                    <a:pt x="224" y="625"/>
                  </a:lnTo>
                  <a:lnTo>
                    <a:pt x="228" y="640"/>
                  </a:lnTo>
                  <a:lnTo>
                    <a:pt x="233" y="652"/>
                  </a:lnTo>
                  <a:lnTo>
                    <a:pt x="239" y="665"/>
                  </a:lnTo>
                  <a:lnTo>
                    <a:pt x="244" y="677"/>
                  </a:lnTo>
                  <a:lnTo>
                    <a:pt x="250" y="688"/>
                  </a:lnTo>
                  <a:lnTo>
                    <a:pt x="257" y="699"/>
                  </a:lnTo>
                  <a:lnTo>
                    <a:pt x="263" y="709"/>
                  </a:lnTo>
                  <a:lnTo>
                    <a:pt x="272" y="718"/>
                  </a:lnTo>
                  <a:lnTo>
                    <a:pt x="280" y="728"/>
                  </a:lnTo>
                  <a:lnTo>
                    <a:pt x="288" y="736"/>
                  </a:lnTo>
                  <a:lnTo>
                    <a:pt x="298" y="743"/>
                  </a:lnTo>
                  <a:lnTo>
                    <a:pt x="307" y="750"/>
                  </a:lnTo>
                  <a:lnTo>
                    <a:pt x="316" y="757"/>
                  </a:lnTo>
                  <a:lnTo>
                    <a:pt x="327" y="763"/>
                  </a:lnTo>
                  <a:lnTo>
                    <a:pt x="338" y="768"/>
                  </a:lnTo>
                  <a:lnTo>
                    <a:pt x="348" y="772"/>
                  </a:lnTo>
                  <a:lnTo>
                    <a:pt x="361" y="776"/>
                  </a:lnTo>
                  <a:lnTo>
                    <a:pt x="373" y="779"/>
                  </a:lnTo>
                  <a:lnTo>
                    <a:pt x="385" y="782"/>
                  </a:lnTo>
                  <a:lnTo>
                    <a:pt x="398" y="784"/>
                  </a:lnTo>
                  <a:lnTo>
                    <a:pt x="411" y="786"/>
                  </a:lnTo>
                  <a:lnTo>
                    <a:pt x="426" y="787"/>
                  </a:lnTo>
                  <a:lnTo>
                    <a:pt x="440" y="787"/>
                  </a:lnTo>
                  <a:lnTo>
                    <a:pt x="455" y="787"/>
                  </a:lnTo>
                  <a:lnTo>
                    <a:pt x="468" y="786"/>
                  </a:lnTo>
                  <a:lnTo>
                    <a:pt x="482" y="784"/>
                  </a:lnTo>
                  <a:lnTo>
                    <a:pt x="495" y="782"/>
                  </a:lnTo>
                  <a:lnTo>
                    <a:pt x="507" y="779"/>
                  </a:lnTo>
                  <a:lnTo>
                    <a:pt x="520" y="776"/>
                  </a:lnTo>
                  <a:lnTo>
                    <a:pt x="531" y="772"/>
                  </a:lnTo>
                  <a:lnTo>
                    <a:pt x="543" y="768"/>
                  </a:lnTo>
                  <a:lnTo>
                    <a:pt x="554" y="763"/>
                  </a:lnTo>
                  <a:lnTo>
                    <a:pt x="564" y="757"/>
                  </a:lnTo>
                  <a:lnTo>
                    <a:pt x="574" y="750"/>
                  </a:lnTo>
                  <a:lnTo>
                    <a:pt x="583" y="743"/>
                  </a:lnTo>
                  <a:lnTo>
                    <a:pt x="592" y="736"/>
                  </a:lnTo>
                  <a:lnTo>
                    <a:pt x="600" y="728"/>
                  </a:lnTo>
                  <a:lnTo>
                    <a:pt x="609" y="719"/>
                  </a:lnTo>
                  <a:lnTo>
                    <a:pt x="616" y="709"/>
                  </a:lnTo>
                  <a:lnTo>
                    <a:pt x="623" y="700"/>
                  </a:lnTo>
                  <a:lnTo>
                    <a:pt x="630" y="688"/>
                  </a:lnTo>
                  <a:lnTo>
                    <a:pt x="637" y="677"/>
                  </a:lnTo>
                  <a:lnTo>
                    <a:pt x="642" y="666"/>
                  </a:lnTo>
                  <a:lnTo>
                    <a:pt x="647" y="653"/>
                  </a:lnTo>
                  <a:lnTo>
                    <a:pt x="652" y="640"/>
                  </a:lnTo>
                  <a:lnTo>
                    <a:pt x="656" y="626"/>
                  </a:lnTo>
                  <a:lnTo>
                    <a:pt x="660" y="612"/>
                  </a:lnTo>
                  <a:lnTo>
                    <a:pt x="663" y="597"/>
                  </a:lnTo>
                  <a:lnTo>
                    <a:pt x="667" y="582"/>
                  </a:lnTo>
                  <a:lnTo>
                    <a:pt x="670" y="565"/>
                  </a:lnTo>
                  <a:lnTo>
                    <a:pt x="672" y="549"/>
                  </a:lnTo>
                  <a:lnTo>
                    <a:pt x="674" y="514"/>
                  </a:lnTo>
                  <a:lnTo>
                    <a:pt x="675" y="476"/>
                  </a:lnTo>
                  <a:lnTo>
                    <a:pt x="674" y="438"/>
                  </a:lnTo>
                  <a:lnTo>
                    <a:pt x="672" y="402"/>
                  </a:lnTo>
                  <a:lnTo>
                    <a:pt x="670" y="386"/>
                  </a:lnTo>
                  <a:lnTo>
                    <a:pt x="667" y="370"/>
                  </a:lnTo>
                  <a:lnTo>
                    <a:pt x="663" y="355"/>
                  </a:lnTo>
                  <a:lnTo>
                    <a:pt x="660" y="339"/>
                  </a:lnTo>
                  <a:lnTo>
                    <a:pt x="656" y="325"/>
                  </a:lnTo>
                  <a:lnTo>
                    <a:pt x="652" y="311"/>
                  </a:lnTo>
                  <a:lnTo>
                    <a:pt x="647" y="298"/>
                  </a:lnTo>
                  <a:lnTo>
                    <a:pt x="642" y="285"/>
                  </a:lnTo>
                  <a:lnTo>
                    <a:pt x="637" y="274"/>
                  </a:lnTo>
                  <a:lnTo>
                    <a:pt x="630" y="263"/>
                  </a:lnTo>
                  <a:lnTo>
                    <a:pt x="623" y="251"/>
                  </a:lnTo>
                  <a:lnTo>
                    <a:pt x="617" y="242"/>
                  </a:lnTo>
                  <a:lnTo>
                    <a:pt x="609" y="233"/>
                  </a:lnTo>
                  <a:lnTo>
                    <a:pt x="601" y="223"/>
                  </a:lnTo>
                  <a:lnTo>
                    <a:pt x="592" y="215"/>
                  </a:lnTo>
                  <a:lnTo>
                    <a:pt x="584" y="208"/>
                  </a:lnTo>
                  <a:lnTo>
                    <a:pt x="575" y="201"/>
                  </a:lnTo>
                  <a:lnTo>
                    <a:pt x="564" y="195"/>
                  </a:lnTo>
                  <a:lnTo>
                    <a:pt x="554" y="188"/>
                  </a:lnTo>
                  <a:lnTo>
                    <a:pt x="544" y="183"/>
                  </a:lnTo>
                  <a:lnTo>
                    <a:pt x="532" y="179"/>
                  </a:lnTo>
                  <a:lnTo>
                    <a:pt x="521" y="175"/>
                  </a:lnTo>
                  <a:lnTo>
                    <a:pt x="508" y="172"/>
                  </a:lnTo>
                  <a:lnTo>
                    <a:pt x="496" y="169"/>
                  </a:lnTo>
                  <a:lnTo>
                    <a:pt x="483" y="167"/>
                  </a:lnTo>
                  <a:lnTo>
                    <a:pt x="469" y="165"/>
                  </a:lnTo>
                  <a:lnTo>
                    <a:pt x="456" y="165"/>
                  </a:lnTo>
                  <a:lnTo>
                    <a:pt x="441" y="164"/>
                  </a:lnTo>
                  <a:lnTo>
                    <a:pt x="427" y="165"/>
                  </a:lnTo>
                  <a:lnTo>
                    <a:pt x="413" y="165"/>
                  </a:lnTo>
                  <a:lnTo>
                    <a:pt x="400" y="167"/>
                  </a:lnTo>
                  <a:lnTo>
                    <a:pt x="386" y="169"/>
                  </a:lnTo>
                  <a:lnTo>
                    <a:pt x="374" y="172"/>
                  </a:lnTo>
                  <a:lnTo>
                    <a:pt x="362" y="175"/>
                  </a:lnTo>
                  <a:lnTo>
                    <a:pt x="350" y="179"/>
                  </a:lnTo>
                  <a:lnTo>
                    <a:pt x="339" y="183"/>
                  </a:lnTo>
                  <a:lnTo>
                    <a:pt x="328" y="188"/>
                  </a:lnTo>
                  <a:lnTo>
                    <a:pt x="317" y="195"/>
                  </a:lnTo>
                  <a:lnTo>
                    <a:pt x="308" y="201"/>
                  </a:lnTo>
                  <a:lnTo>
                    <a:pt x="298" y="208"/>
                  </a:lnTo>
                  <a:lnTo>
                    <a:pt x="289" y="216"/>
                  </a:lnTo>
                  <a:lnTo>
                    <a:pt x="280" y="224"/>
                  </a:lnTo>
                  <a:lnTo>
                    <a:pt x="273" y="233"/>
                  </a:lnTo>
                  <a:lnTo>
                    <a:pt x="265" y="242"/>
                  </a:lnTo>
                  <a:lnTo>
                    <a:pt x="257" y="252"/>
                  </a:lnTo>
                  <a:lnTo>
                    <a:pt x="251" y="264"/>
                  </a:lnTo>
                  <a:lnTo>
                    <a:pt x="245" y="275"/>
                  </a:lnTo>
                  <a:lnTo>
                    <a:pt x="239" y="286"/>
                  </a:lnTo>
                  <a:lnTo>
                    <a:pt x="233" y="299"/>
                  </a:lnTo>
                  <a:lnTo>
                    <a:pt x="228" y="312"/>
                  </a:lnTo>
                  <a:lnTo>
                    <a:pt x="224" y="326"/>
                  </a:lnTo>
                  <a:lnTo>
                    <a:pt x="220" y="340"/>
                  </a:lnTo>
                  <a:lnTo>
                    <a:pt x="217" y="355"/>
                  </a:lnTo>
                  <a:lnTo>
                    <a:pt x="214" y="370"/>
                  </a:lnTo>
                  <a:lnTo>
                    <a:pt x="211" y="387"/>
                  </a:lnTo>
                  <a:lnTo>
                    <a:pt x="209" y="403"/>
                  </a:lnTo>
                  <a:lnTo>
                    <a:pt x="206" y="438"/>
                  </a:lnTo>
                  <a:lnTo>
                    <a:pt x="206" y="4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23"/>
            <p:cNvSpPr/>
            <p:nvPr/>
          </p:nvSpPr>
          <p:spPr>
            <a:xfrm>
              <a:off x="550" y="3053"/>
              <a:ext cx="23" cy="40"/>
            </a:xfrm>
            <a:custGeom>
              <a:avLst/>
              <a:gdLst/>
              <a:ahLst/>
              <a:cxnLst/>
              <a:rect l="l" t="t" r="r" b="b"/>
              <a:pathLst>
                <a:path w="531" h="923" extrusionOk="0">
                  <a:moveTo>
                    <a:pt x="193" y="923"/>
                  </a:moveTo>
                  <a:lnTo>
                    <a:pt x="0" y="923"/>
                  </a:lnTo>
                  <a:lnTo>
                    <a:pt x="0" y="0"/>
                  </a:lnTo>
                  <a:lnTo>
                    <a:pt x="531" y="0"/>
                  </a:lnTo>
                  <a:lnTo>
                    <a:pt x="531" y="161"/>
                  </a:lnTo>
                  <a:lnTo>
                    <a:pt x="193" y="161"/>
                  </a:lnTo>
                  <a:lnTo>
                    <a:pt x="193" y="399"/>
                  </a:lnTo>
                  <a:lnTo>
                    <a:pt x="507" y="399"/>
                  </a:lnTo>
                  <a:lnTo>
                    <a:pt x="507" y="559"/>
                  </a:lnTo>
                  <a:lnTo>
                    <a:pt x="193" y="559"/>
                  </a:lnTo>
                  <a:lnTo>
                    <a:pt x="193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23"/>
            <p:cNvSpPr/>
            <p:nvPr/>
          </p:nvSpPr>
          <p:spPr>
            <a:xfrm>
              <a:off x="581" y="3053"/>
              <a:ext cx="23" cy="40"/>
            </a:xfrm>
            <a:custGeom>
              <a:avLst/>
              <a:gdLst/>
              <a:ahLst/>
              <a:cxnLst/>
              <a:rect l="l" t="t" r="r" b="b"/>
              <a:pathLst>
                <a:path w="533" h="923" extrusionOk="0">
                  <a:moveTo>
                    <a:pt x="533" y="923"/>
                  </a:moveTo>
                  <a:lnTo>
                    <a:pt x="0" y="923"/>
                  </a:lnTo>
                  <a:lnTo>
                    <a:pt x="0" y="0"/>
                  </a:lnTo>
                  <a:lnTo>
                    <a:pt x="533" y="0"/>
                  </a:lnTo>
                  <a:lnTo>
                    <a:pt x="533" y="161"/>
                  </a:lnTo>
                  <a:lnTo>
                    <a:pt x="196" y="161"/>
                  </a:lnTo>
                  <a:lnTo>
                    <a:pt x="196" y="363"/>
                  </a:lnTo>
                  <a:lnTo>
                    <a:pt x="509" y="363"/>
                  </a:lnTo>
                  <a:lnTo>
                    <a:pt x="509" y="524"/>
                  </a:lnTo>
                  <a:lnTo>
                    <a:pt x="196" y="524"/>
                  </a:lnTo>
                  <a:lnTo>
                    <a:pt x="196" y="762"/>
                  </a:lnTo>
                  <a:lnTo>
                    <a:pt x="533" y="762"/>
                  </a:lnTo>
                  <a:lnTo>
                    <a:pt x="533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23"/>
            <p:cNvSpPr/>
            <p:nvPr/>
          </p:nvSpPr>
          <p:spPr>
            <a:xfrm>
              <a:off x="612" y="3053"/>
              <a:ext cx="34" cy="40"/>
            </a:xfrm>
            <a:custGeom>
              <a:avLst/>
              <a:gdLst/>
              <a:ahLst/>
              <a:cxnLst/>
              <a:rect l="l" t="t" r="r" b="b"/>
              <a:pathLst>
                <a:path w="766" h="923" extrusionOk="0">
                  <a:moveTo>
                    <a:pt x="766" y="453"/>
                  </a:moveTo>
                  <a:lnTo>
                    <a:pt x="766" y="481"/>
                  </a:lnTo>
                  <a:lnTo>
                    <a:pt x="764" y="508"/>
                  </a:lnTo>
                  <a:lnTo>
                    <a:pt x="762" y="535"/>
                  </a:lnTo>
                  <a:lnTo>
                    <a:pt x="758" y="561"/>
                  </a:lnTo>
                  <a:lnTo>
                    <a:pt x="754" y="586"/>
                  </a:lnTo>
                  <a:lnTo>
                    <a:pt x="748" y="609"/>
                  </a:lnTo>
                  <a:lnTo>
                    <a:pt x="742" y="632"/>
                  </a:lnTo>
                  <a:lnTo>
                    <a:pt x="734" y="655"/>
                  </a:lnTo>
                  <a:lnTo>
                    <a:pt x="725" y="675"/>
                  </a:lnTo>
                  <a:lnTo>
                    <a:pt x="716" y="696"/>
                  </a:lnTo>
                  <a:lnTo>
                    <a:pt x="705" y="716"/>
                  </a:lnTo>
                  <a:lnTo>
                    <a:pt x="693" y="735"/>
                  </a:lnTo>
                  <a:lnTo>
                    <a:pt x="681" y="753"/>
                  </a:lnTo>
                  <a:lnTo>
                    <a:pt x="667" y="770"/>
                  </a:lnTo>
                  <a:lnTo>
                    <a:pt x="653" y="787"/>
                  </a:lnTo>
                  <a:lnTo>
                    <a:pt x="636" y="802"/>
                  </a:lnTo>
                  <a:lnTo>
                    <a:pt x="620" y="817"/>
                  </a:lnTo>
                  <a:lnTo>
                    <a:pt x="602" y="830"/>
                  </a:lnTo>
                  <a:lnTo>
                    <a:pt x="584" y="844"/>
                  </a:lnTo>
                  <a:lnTo>
                    <a:pt x="564" y="855"/>
                  </a:lnTo>
                  <a:lnTo>
                    <a:pt x="544" y="867"/>
                  </a:lnTo>
                  <a:lnTo>
                    <a:pt x="523" y="876"/>
                  </a:lnTo>
                  <a:lnTo>
                    <a:pt x="501" y="885"/>
                  </a:lnTo>
                  <a:lnTo>
                    <a:pt x="478" y="893"/>
                  </a:lnTo>
                  <a:lnTo>
                    <a:pt x="453" y="901"/>
                  </a:lnTo>
                  <a:lnTo>
                    <a:pt x="428" y="907"/>
                  </a:lnTo>
                  <a:lnTo>
                    <a:pt x="404" y="912"/>
                  </a:lnTo>
                  <a:lnTo>
                    <a:pt x="377" y="916"/>
                  </a:lnTo>
                  <a:lnTo>
                    <a:pt x="349" y="919"/>
                  </a:lnTo>
                  <a:lnTo>
                    <a:pt x="321" y="921"/>
                  </a:lnTo>
                  <a:lnTo>
                    <a:pt x="291" y="923"/>
                  </a:lnTo>
                  <a:lnTo>
                    <a:pt x="261" y="923"/>
                  </a:lnTo>
                  <a:lnTo>
                    <a:pt x="0" y="923"/>
                  </a:lnTo>
                  <a:lnTo>
                    <a:pt x="0" y="0"/>
                  </a:lnTo>
                  <a:lnTo>
                    <a:pt x="289" y="0"/>
                  </a:lnTo>
                  <a:lnTo>
                    <a:pt x="317" y="1"/>
                  </a:lnTo>
                  <a:lnTo>
                    <a:pt x="345" y="2"/>
                  </a:lnTo>
                  <a:lnTo>
                    <a:pt x="371" y="4"/>
                  </a:lnTo>
                  <a:lnTo>
                    <a:pt x="396" y="7"/>
                  </a:lnTo>
                  <a:lnTo>
                    <a:pt x="421" y="12"/>
                  </a:lnTo>
                  <a:lnTo>
                    <a:pt x="445" y="17"/>
                  </a:lnTo>
                  <a:lnTo>
                    <a:pt x="469" y="22"/>
                  </a:lnTo>
                  <a:lnTo>
                    <a:pt x="490" y="30"/>
                  </a:lnTo>
                  <a:lnTo>
                    <a:pt x="512" y="38"/>
                  </a:lnTo>
                  <a:lnTo>
                    <a:pt x="533" y="46"/>
                  </a:lnTo>
                  <a:lnTo>
                    <a:pt x="554" y="57"/>
                  </a:lnTo>
                  <a:lnTo>
                    <a:pt x="572" y="67"/>
                  </a:lnTo>
                  <a:lnTo>
                    <a:pt x="591" y="79"/>
                  </a:lnTo>
                  <a:lnTo>
                    <a:pt x="608" y="92"/>
                  </a:lnTo>
                  <a:lnTo>
                    <a:pt x="625" y="105"/>
                  </a:lnTo>
                  <a:lnTo>
                    <a:pt x="641" y="120"/>
                  </a:lnTo>
                  <a:lnTo>
                    <a:pt x="657" y="135"/>
                  </a:lnTo>
                  <a:lnTo>
                    <a:pt x="670" y="151"/>
                  </a:lnTo>
                  <a:lnTo>
                    <a:pt x="684" y="167"/>
                  </a:lnTo>
                  <a:lnTo>
                    <a:pt x="696" y="185"/>
                  </a:lnTo>
                  <a:lnTo>
                    <a:pt x="708" y="203"/>
                  </a:lnTo>
                  <a:lnTo>
                    <a:pt x="718" y="222"/>
                  </a:lnTo>
                  <a:lnTo>
                    <a:pt x="727" y="243"/>
                  </a:lnTo>
                  <a:lnTo>
                    <a:pt x="735" y="262"/>
                  </a:lnTo>
                  <a:lnTo>
                    <a:pt x="743" y="284"/>
                  </a:lnTo>
                  <a:lnTo>
                    <a:pt x="749" y="306"/>
                  </a:lnTo>
                  <a:lnTo>
                    <a:pt x="754" y="328"/>
                  </a:lnTo>
                  <a:lnTo>
                    <a:pt x="758" y="352"/>
                  </a:lnTo>
                  <a:lnTo>
                    <a:pt x="762" y="376"/>
                  </a:lnTo>
                  <a:lnTo>
                    <a:pt x="764" y="401"/>
                  </a:lnTo>
                  <a:lnTo>
                    <a:pt x="766" y="426"/>
                  </a:lnTo>
                  <a:lnTo>
                    <a:pt x="766" y="453"/>
                  </a:lnTo>
                  <a:close/>
                  <a:moveTo>
                    <a:pt x="563" y="458"/>
                  </a:moveTo>
                  <a:lnTo>
                    <a:pt x="563" y="440"/>
                  </a:lnTo>
                  <a:lnTo>
                    <a:pt x="562" y="422"/>
                  </a:lnTo>
                  <a:lnTo>
                    <a:pt x="561" y="405"/>
                  </a:lnTo>
                  <a:lnTo>
                    <a:pt x="559" y="388"/>
                  </a:lnTo>
                  <a:lnTo>
                    <a:pt x="557" y="373"/>
                  </a:lnTo>
                  <a:lnTo>
                    <a:pt x="554" y="357"/>
                  </a:lnTo>
                  <a:lnTo>
                    <a:pt x="550" y="342"/>
                  </a:lnTo>
                  <a:lnTo>
                    <a:pt x="546" y="328"/>
                  </a:lnTo>
                  <a:lnTo>
                    <a:pt x="542" y="314"/>
                  </a:lnTo>
                  <a:lnTo>
                    <a:pt x="537" y="301"/>
                  </a:lnTo>
                  <a:lnTo>
                    <a:pt x="532" y="289"/>
                  </a:lnTo>
                  <a:lnTo>
                    <a:pt x="526" y="277"/>
                  </a:lnTo>
                  <a:lnTo>
                    <a:pt x="519" y="265"/>
                  </a:lnTo>
                  <a:lnTo>
                    <a:pt x="512" y="255"/>
                  </a:lnTo>
                  <a:lnTo>
                    <a:pt x="505" y="245"/>
                  </a:lnTo>
                  <a:lnTo>
                    <a:pt x="497" y="235"/>
                  </a:lnTo>
                  <a:lnTo>
                    <a:pt x="488" y="226"/>
                  </a:lnTo>
                  <a:lnTo>
                    <a:pt x="479" y="218"/>
                  </a:lnTo>
                  <a:lnTo>
                    <a:pt x="470" y="209"/>
                  </a:lnTo>
                  <a:lnTo>
                    <a:pt x="459" y="202"/>
                  </a:lnTo>
                  <a:lnTo>
                    <a:pt x="449" y="196"/>
                  </a:lnTo>
                  <a:lnTo>
                    <a:pt x="439" y="190"/>
                  </a:lnTo>
                  <a:lnTo>
                    <a:pt x="426" y="184"/>
                  </a:lnTo>
                  <a:lnTo>
                    <a:pt x="415" y="180"/>
                  </a:lnTo>
                  <a:lnTo>
                    <a:pt x="403" y="174"/>
                  </a:lnTo>
                  <a:lnTo>
                    <a:pt x="389" y="171"/>
                  </a:lnTo>
                  <a:lnTo>
                    <a:pt x="376" y="168"/>
                  </a:lnTo>
                  <a:lnTo>
                    <a:pt x="361" y="165"/>
                  </a:lnTo>
                  <a:lnTo>
                    <a:pt x="347" y="163"/>
                  </a:lnTo>
                  <a:lnTo>
                    <a:pt x="331" y="162"/>
                  </a:lnTo>
                  <a:lnTo>
                    <a:pt x="316" y="161"/>
                  </a:lnTo>
                  <a:lnTo>
                    <a:pt x="299" y="161"/>
                  </a:lnTo>
                  <a:lnTo>
                    <a:pt x="195" y="161"/>
                  </a:lnTo>
                  <a:lnTo>
                    <a:pt x="195" y="762"/>
                  </a:lnTo>
                  <a:lnTo>
                    <a:pt x="280" y="762"/>
                  </a:lnTo>
                  <a:lnTo>
                    <a:pt x="297" y="762"/>
                  </a:lnTo>
                  <a:lnTo>
                    <a:pt x="314" y="761"/>
                  </a:lnTo>
                  <a:lnTo>
                    <a:pt x="330" y="759"/>
                  </a:lnTo>
                  <a:lnTo>
                    <a:pt x="346" y="757"/>
                  </a:lnTo>
                  <a:lnTo>
                    <a:pt x="361" y="755"/>
                  </a:lnTo>
                  <a:lnTo>
                    <a:pt x="376" y="751"/>
                  </a:lnTo>
                  <a:lnTo>
                    <a:pt x="390" y="748"/>
                  </a:lnTo>
                  <a:lnTo>
                    <a:pt x="404" y="743"/>
                  </a:lnTo>
                  <a:lnTo>
                    <a:pt x="416" y="738"/>
                  </a:lnTo>
                  <a:lnTo>
                    <a:pt x="428" y="732"/>
                  </a:lnTo>
                  <a:lnTo>
                    <a:pt x="441" y="726"/>
                  </a:lnTo>
                  <a:lnTo>
                    <a:pt x="452" y="719"/>
                  </a:lnTo>
                  <a:lnTo>
                    <a:pt x="463" y="712"/>
                  </a:lnTo>
                  <a:lnTo>
                    <a:pt x="473" y="703"/>
                  </a:lnTo>
                  <a:lnTo>
                    <a:pt x="483" y="695"/>
                  </a:lnTo>
                  <a:lnTo>
                    <a:pt x="492" y="686"/>
                  </a:lnTo>
                  <a:lnTo>
                    <a:pt x="501" y="676"/>
                  </a:lnTo>
                  <a:lnTo>
                    <a:pt x="508" y="666"/>
                  </a:lnTo>
                  <a:lnTo>
                    <a:pt x="516" y="655"/>
                  </a:lnTo>
                  <a:lnTo>
                    <a:pt x="523" y="643"/>
                  </a:lnTo>
                  <a:lnTo>
                    <a:pt x="530" y="631"/>
                  </a:lnTo>
                  <a:lnTo>
                    <a:pt x="535" y="619"/>
                  </a:lnTo>
                  <a:lnTo>
                    <a:pt x="540" y="605"/>
                  </a:lnTo>
                  <a:lnTo>
                    <a:pt x="545" y="591"/>
                  </a:lnTo>
                  <a:lnTo>
                    <a:pt x="549" y="576"/>
                  </a:lnTo>
                  <a:lnTo>
                    <a:pt x="552" y="562"/>
                  </a:lnTo>
                  <a:lnTo>
                    <a:pt x="556" y="545"/>
                  </a:lnTo>
                  <a:lnTo>
                    <a:pt x="559" y="530"/>
                  </a:lnTo>
                  <a:lnTo>
                    <a:pt x="561" y="512"/>
                  </a:lnTo>
                  <a:lnTo>
                    <a:pt x="562" y="495"/>
                  </a:lnTo>
                  <a:lnTo>
                    <a:pt x="563" y="477"/>
                  </a:lnTo>
                  <a:lnTo>
                    <a:pt x="563" y="45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23"/>
            <p:cNvSpPr/>
            <p:nvPr/>
          </p:nvSpPr>
          <p:spPr>
            <a:xfrm>
              <a:off x="654" y="3053"/>
              <a:ext cx="23" cy="40"/>
            </a:xfrm>
            <a:custGeom>
              <a:avLst/>
              <a:gdLst/>
              <a:ahLst/>
              <a:cxnLst/>
              <a:rect l="l" t="t" r="r" b="b"/>
              <a:pathLst>
                <a:path w="533" h="923" extrusionOk="0">
                  <a:moveTo>
                    <a:pt x="533" y="923"/>
                  </a:moveTo>
                  <a:lnTo>
                    <a:pt x="0" y="923"/>
                  </a:lnTo>
                  <a:lnTo>
                    <a:pt x="0" y="0"/>
                  </a:lnTo>
                  <a:lnTo>
                    <a:pt x="533" y="0"/>
                  </a:lnTo>
                  <a:lnTo>
                    <a:pt x="533" y="161"/>
                  </a:lnTo>
                  <a:lnTo>
                    <a:pt x="196" y="161"/>
                  </a:lnTo>
                  <a:lnTo>
                    <a:pt x="196" y="363"/>
                  </a:lnTo>
                  <a:lnTo>
                    <a:pt x="509" y="363"/>
                  </a:lnTo>
                  <a:lnTo>
                    <a:pt x="509" y="524"/>
                  </a:lnTo>
                  <a:lnTo>
                    <a:pt x="196" y="524"/>
                  </a:lnTo>
                  <a:lnTo>
                    <a:pt x="196" y="762"/>
                  </a:lnTo>
                  <a:lnTo>
                    <a:pt x="533" y="762"/>
                  </a:lnTo>
                  <a:lnTo>
                    <a:pt x="533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23"/>
            <p:cNvSpPr/>
            <p:nvPr/>
          </p:nvSpPr>
          <p:spPr>
            <a:xfrm>
              <a:off x="686" y="3053"/>
              <a:ext cx="32" cy="40"/>
            </a:xfrm>
            <a:custGeom>
              <a:avLst/>
              <a:gdLst/>
              <a:ahLst/>
              <a:cxnLst/>
              <a:rect l="l" t="t" r="r" b="b"/>
              <a:pathLst>
                <a:path w="739" h="923" extrusionOk="0">
                  <a:moveTo>
                    <a:pt x="197" y="410"/>
                  </a:moveTo>
                  <a:lnTo>
                    <a:pt x="260" y="410"/>
                  </a:lnTo>
                  <a:lnTo>
                    <a:pt x="283" y="410"/>
                  </a:lnTo>
                  <a:lnTo>
                    <a:pt x="303" y="408"/>
                  </a:lnTo>
                  <a:lnTo>
                    <a:pt x="323" y="406"/>
                  </a:lnTo>
                  <a:lnTo>
                    <a:pt x="340" y="403"/>
                  </a:lnTo>
                  <a:lnTo>
                    <a:pt x="357" y="397"/>
                  </a:lnTo>
                  <a:lnTo>
                    <a:pt x="371" y="392"/>
                  </a:lnTo>
                  <a:lnTo>
                    <a:pt x="385" y="386"/>
                  </a:lnTo>
                  <a:lnTo>
                    <a:pt x="397" y="379"/>
                  </a:lnTo>
                  <a:lnTo>
                    <a:pt x="408" y="371"/>
                  </a:lnTo>
                  <a:lnTo>
                    <a:pt x="416" y="361"/>
                  </a:lnTo>
                  <a:lnTo>
                    <a:pt x="424" y="351"/>
                  </a:lnTo>
                  <a:lnTo>
                    <a:pt x="430" y="340"/>
                  </a:lnTo>
                  <a:lnTo>
                    <a:pt x="434" y="326"/>
                  </a:lnTo>
                  <a:lnTo>
                    <a:pt x="439" y="313"/>
                  </a:lnTo>
                  <a:lnTo>
                    <a:pt x="441" y="298"/>
                  </a:lnTo>
                  <a:lnTo>
                    <a:pt x="441" y="282"/>
                  </a:lnTo>
                  <a:lnTo>
                    <a:pt x="441" y="266"/>
                  </a:lnTo>
                  <a:lnTo>
                    <a:pt x="439" y="252"/>
                  </a:lnTo>
                  <a:lnTo>
                    <a:pt x="434" y="237"/>
                  </a:lnTo>
                  <a:lnTo>
                    <a:pt x="430" y="226"/>
                  </a:lnTo>
                  <a:lnTo>
                    <a:pt x="423" y="215"/>
                  </a:lnTo>
                  <a:lnTo>
                    <a:pt x="416" y="204"/>
                  </a:lnTo>
                  <a:lnTo>
                    <a:pt x="407" y="196"/>
                  </a:lnTo>
                  <a:lnTo>
                    <a:pt x="396" y="188"/>
                  </a:lnTo>
                  <a:lnTo>
                    <a:pt x="384" y="182"/>
                  </a:lnTo>
                  <a:lnTo>
                    <a:pt x="370" y="176"/>
                  </a:lnTo>
                  <a:lnTo>
                    <a:pt x="355" y="171"/>
                  </a:lnTo>
                  <a:lnTo>
                    <a:pt x="338" y="167"/>
                  </a:lnTo>
                  <a:lnTo>
                    <a:pt x="320" y="164"/>
                  </a:lnTo>
                  <a:lnTo>
                    <a:pt x="300" y="162"/>
                  </a:lnTo>
                  <a:lnTo>
                    <a:pt x="278" y="161"/>
                  </a:lnTo>
                  <a:lnTo>
                    <a:pt x="256" y="161"/>
                  </a:lnTo>
                  <a:lnTo>
                    <a:pt x="197" y="161"/>
                  </a:lnTo>
                  <a:lnTo>
                    <a:pt x="197" y="410"/>
                  </a:lnTo>
                  <a:close/>
                  <a:moveTo>
                    <a:pt x="197" y="569"/>
                  </a:moveTo>
                  <a:lnTo>
                    <a:pt x="197" y="923"/>
                  </a:lnTo>
                  <a:lnTo>
                    <a:pt x="0" y="923"/>
                  </a:lnTo>
                  <a:lnTo>
                    <a:pt x="0" y="0"/>
                  </a:lnTo>
                  <a:lnTo>
                    <a:pt x="270" y="0"/>
                  </a:lnTo>
                  <a:lnTo>
                    <a:pt x="293" y="1"/>
                  </a:lnTo>
                  <a:lnTo>
                    <a:pt x="316" y="1"/>
                  </a:lnTo>
                  <a:lnTo>
                    <a:pt x="337" y="3"/>
                  </a:lnTo>
                  <a:lnTo>
                    <a:pt x="358" y="4"/>
                  </a:lnTo>
                  <a:lnTo>
                    <a:pt x="379" y="7"/>
                  </a:lnTo>
                  <a:lnTo>
                    <a:pt x="397" y="10"/>
                  </a:lnTo>
                  <a:lnTo>
                    <a:pt x="416" y="13"/>
                  </a:lnTo>
                  <a:lnTo>
                    <a:pt x="433" y="17"/>
                  </a:lnTo>
                  <a:lnTo>
                    <a:pt x="451" y="21"/>
                  </a:lnTo>
                  <a:lnTo>
                    <a:pt x="468" y="27"/>
                  </a:lnTo>
                  <a:lnTo>
                    <a:pt x="483" y="33"/>
                  </a:lnTo>
                  <a:lnTo>
                    <a:pt x="497" y="39"/>
                  </a:lnTo>
                  <a:lnTo>
                    <a:pt x="511" y="45"/>
                  </a:lnTo>
                  <a:lnTo>
                    <a:pt x="524" y="52"/>
                  </a:lnTo>
                  <a:lnTo>
                    <a:pt x="537" y="61"/>
                  </a:lnTo>
                  <a:lnTo>
                    <a:pt x="549" y="69"/>
                  </a:lnTo>
                  <a:lnTo>
                    <a:pt x="560" y="77"/>
                  </a:lnTo>
                  <a:lnTo>
                    <a:pt x="570" y="87"/>
                  </a:lnTo>
                  <a:lnTo>
                    <a:pt x="579" y="97"/>
                  </a:lnTo>
                  <a:lnTo>
                    <a:pt x="588" y="107"/>
                  </a:lnTo>
                  <a:lnTo>
                    <a:pt x="597" y="119"/>
                  </a:lnTo>
                  <a:lnTo>
                    <a:pt x="604" y="130"/>
                  </a:lnTo>
                  <a:lnTo>
                    <a:pt x="611" y="142"/>
                  </a:lnTo>
                  <a:lnTo>
                    <a:pt x="616" y="155"/>
                  </a:lnTo>
                  <a:lnTo>
                    <a:pt x="622" y="168"/>
                  </a:lnTo>
                  <a:lnTo>
                    <a:pt x="627" y="182"/>
                  </a:lnTo>
                  <a:lnTo>
                    <a:pt x="631" y="196"/>
                  </a:lnTo>
                  <a:lnTo>
                    <a:pt x="634" y="212"/>
                  </a:lnTo>
                  <a:lnTo>
                    <a:pt x="636" y="227"/>
                  </a:lnTo>
                  <a:lnTo>
                    <a:pt x="638" y="243"/>
                  </a:lnTo>
                  <a:lnTo>
                    <a:pt x="639" y="259"/>
                  </a:lnTo>
                  <a:lnTo>
                    <a:pt x="639" y="277"/>
                  </a:lnTo>
                  <a:lnTo>
                    <a:pt x="639" y="296"/>
                  </a:lnTo>
                  <a:lnTo>
                    <a:pt x="637" y="316"/>
                  </a:lnTo>
                  <a:lnTo>
                    <a:pt x="633" y="336"/>
                  </a:lnTo>
                  <a:lnTo>
                    <a:pt x="628" y="354"/>
                  </a:lnTo>
                  <a:lnTo>
                    <a:pt x="622" y="372"/>
                  </a:lnTo>
                  <a:lnTo>
                    <a:pt x="614" y="389"/>
                  </a:lnTo>
                  <a:lnTo>
                    <a:pt x="605" y="406"/>
                  </a:lnTo>
                  <a:lnTo>
                    <a:pt x="595" y="421"/>
                  </a:lnTo>
                  <a:lnTo>
                    <a:pt x="582" y="437"/>
                  </a:lnTo>
                  <a:lnTo>
                    <a:pt x="570" y="452"/>
                  </a:lnTo>
                  <a:lnTo>
                    <a:pt x="555" y="466"/>
                  </a:lnTo>
                  <a:lnTo>
                    <a:pt x="540" y="478"/>
                  </a:lnTo>
                  <a:lnTo>
                    <a:pt x="523" y="490"/>
                  </a:lnTo>
                  <a:lnTo>
                    <a:pt x="506" y="502"/>
                  </a:lnTo>
                  <a:lnTo>
                    <a:pt x="487" y="512"/>
                  </a:lnTo>
                  <a:lnTo>
                    <a:pt x="468" y="521"/>
                  </a:lnTo>
                  <a:lnTo>
                    <a:pt x="517" y="596"/>
                  </a:lnTo>
                  <a:lnTo>
                    <a:pt x="563" y="663"/>
                  </a:lnTo>
                  <a:lnTo>
                    <a:pt x="603" y="724"/>
                  </a:lnTo>
                  <a:lnTo>
                    <a:pt x="640" y="778"/>
                  </a:lnTo>
                  <a:lnTo>
                    <a:pt x="671" y="824"/>
                  </a:lnTo>
                  <a:lnTo>
                    <a:pt x="699" y="864"/>
                  </a:lnTo>
                  <a:lnTo>
                    <a:pt x="721" y="897"/>
                  </a:lnTo>
                  <a:lnTo>
                    <a:pt x="739" y="923"/>
                  </a:lnTo>
                  <a:lnTo>
                    <a:pt x="521" y="923"/>
                  </a:lnTo>
                  <a:lnTo>
                    <a:pt x="301" y="569"/>
                  </a:lnTo>
                  <a:lnTo>
                    <a:pt x="197" y="5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23"/>
            <p:cNvSpPr/>
            <p:nvPr/>
          </p:nvSpPr>
          <p:spPr>
            <a:xfrm>
              <a:off x="718" y="3052"/>
              <a:ext cx="39" cy="41"/>
            </a:xfrm>
            <a:custGeom>
              <a:avLst/>
              <a:gdLst/>
              <a:ahLst/>
              <a:cxnLst/>
              <a:rect l="l" t="t" r="r" b="b"/>
              <a:pathLst>
                <a:path w="895" h="927" extrusionOk="0">
                  <a:moveTo>
                    <a:pt x="683" y="927"/>
                  </a:moveTo>
                  <a:lnTo>
                    <a:pt x="616" y="707"/>
                  </a:lnTo>
                  <a:lnTo>
                    <a:pt x="279" y="707"/>
                  </a:lnTo>
                  <a:lnTo>
                    <a:pt x="212" y="927"/>
                  </a:lnTo>
                  <a:lnTo>
                    <a:pt x="0" y="927"/>
                  </a:lnTo>
                  <a:lnTo>
                    <a:pt x="327" y="0"/>
                  </a:lnTo>
                  <a:lnTo>
                    <a:pt x="567" y="0"/>
                  </a:lnTo>
                  <a:lnTo>
                    <a:pt x="895" y="927"/>
                  </a:lnTo>
                  <a:lnTo>
                    <a:pt x="683" y="927"/>
                  </a:lnTo>
                  <a:close/>
                  <a:moveTo>
                    <a:pt x="570" y="543"/>
                  </a:moveTo>
                  <a:lnTo>
                    <a:pt x="547" y="473"/>
                  </a:lnTo>
                  <a:lnTo>
                    <a:pt x="528" y="410"/>
                  </a:lnTo>
                  <a:lnTo>
                    <a:pt x="511" y="356"/>
                  </a:lnTo>
                  <a:lnTo>
                    <a:pt x="496" y="310"/>
                  </a:lnTo>
                  <a:lnTo>
                    <a:pt x="485" y="271"/>
                  </a:lnTo>
                  <a:lnTo>
                    <a:pt x="476" y="241"/>
                  </a:lnTo>
                  <a:lnTo>
                    <a:pt x="468" y="220"/>
                  </a:lnTo>
                  <a:lnTo>
                    <a:pt x="464" y="205"/>
                  </a:lnTo>
                  <a:lnTo>
                    <a:pt x="459" y="187"/>
                  </a:lnTo>
                  <a:lnTo>
                    <a:pt x="455" y="170"/>
                  </a:lnTo>
                  <a:lnTo>
                    <a:pt x="451" y="156"/>
                  </a:lnTo>
                  <a:lnTo>
                    <a:pt x="448" y="143"/>
                  </a:lnTo>
                  <a:lnTo>
                    <a:pt x="442" y="167"/>
                  </a:lnTo>
                  <a:lnTo>
                    <a:pt x="432" y="199"/>
                  </a:lnTo>
                  <a:lnTo>
                    <a:pt x="421" y="237"/>
                  </a:lnTo>
                  <a:lnTo>
                    <a:pt x="407" y="284"/>
                  </a:lnTo>
                  <a:lnTo>
                    <a:pt x="391" y="337"/>
                  </a:lnTo>
                  <a:lnTo>
                    <a:pt x="372" y="398"/>
                  </a:lnTo>
                  <a:lnTo>
                    <a:pt x="352" y="468"/>
                  </a:lnTo>
                  <a:lnTo>
                    <a:pt x="328" y="543"/>
                  </a:lnTo>
                  <a:lnTo>
                    <a:pt x="570" y="5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23"/>
            <p:cNvSpPr/>
            <p:nvPr/>
          </p:nvSpPr>
          <p:spPr>
            <a:xfrm>
              <a:off x="762" y="3053"/>
              <a:ext cx="25" cy="40"/>
            </a:xfrm>
            <a:custGeom>
              <a:avLst/>
              <a:gdLst/>
              <a:ahLst/>
              <a:cxnLst/>
              <a:rect l="l" t="t" r="r" b="b"/>
              <a:pathLst>
                <a:path w="572" h="923" extrusionOk="0">
                  <a:moveTo>
                    <a:pt x="0" y="923"/>
                  </a:moveTo>
                  <a:lnTo>
                    <a:pt x="0" y="0"/>
                  </a:lnTo>
                  <a:lnTo>
                    <a:pt x="197" y="0"/>
                  </a:lnTo>
                  <a:lnTo>
                    <a:pt x="197" y="762"/>
                  </a:lnTo>
                  <a:lnTo>
                    <a:pt x="572" y="762"/>
                  </a:lnTo>
                  <a:lnTo>
                    <a:pt x="572" y="923"/>
                  </a:lnTo>
                  <a:lnTo>
                    <a:pt x="0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23"/>
            <p:cNvSpPr/>
            <p:nvPr/>
          </p:nvSpPr>
          <p:spPr>
            <a:xfrm>
              <a:off x="231" y="3112"/>
              <a:ext cx="27" cy="31"/>
            </a:xfrm>
            <a:custGeom>
              <a:avLst/>
              <a:gdLst/>
              <a:ahLst/>
              <a:cxnLst/>
              <a:rect l="l" t="t" r="r" b="b"/>
              <a:pathLst>
                <a:path w="620" h="701" extrusionOk="0">
                  <a:moveTo>
                    <a:pt x="535" y="701"/>
                  </a:moveTo>
                  <a:lnTo>
                    <a:pt x="448" y="479"/>
                  </a:lnTo>
                  <a:lnTo>
                    <a:pt x="168" y="479"/>
                  </a:lnTo>
                  <a:lnTo>
                    <a:pt x="81" y="701"/>
                  </a:lnTo>
                  <a:lnTo>
                    <a:pt x="0" y="701"/>
                  </a:lnTo>
                  <a:lnTo>
                    <a:pt x="275" y="0"/>
                  </a:lnTo>
                  <a:lnTo>
                    <a:pt x="344" y="0"/>
                  </a:lnTo>
                  <a:lnTo>
                    <a:pt x="620" y="701"/>
                  </a:lnTo>
                  <a:lnTo>
                    <a:pt x="535" y="701"/>
                  </a:lnTo>
                  <a:close/>
                  <a:moveTo>
                    <a:pt x="422" y="406"/>
                  </a:moveTo>
                  <a:lnTo>
                    <a:pt x="342" y="190"/>
                  </a:lnTo>
                  <a:lnTo>
                    <a:pt x="333" y="168"/>
                  </a:lnTo>
                  <a:lnTo>
                    <a:pt x="325" y="143"/>
                  </a:lnTo>
                  <a:lnTo>
                    <a:pt x="317" y="117"/>
                  </a:lnTo>
                  <a:lnTo>
                    <a:pt x="309" y="88"/>
                  </a:lnTo>
                  <a:lnTo>
                    <a:pt x="303" y="112"/>
                  </a:lnTo>
                  <a:lnTo>
                    <a:pt x="296" y="137"/>
                  </a:lnTo>
                  <a:lnTo>
                    <a:pt x="288" y="163"/>
                  </a:lnTo>
                  <a:lnTo>
                    <a:pt x="279" y="190"/>
                  </a:lnTo>
                  <a:lnTo>
                    <a:pt x="196" y="406"/>
                  </a:lnTo>
                  <a:lnTo>
                    <a:pt x="422" y="4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23"/>
            <p:cNvSpPr/>
            <p:nvPr/>
          </p:nvSpPr>
          <p:spPr>
            <a:xfrm>
              <a:off x="261" y="3119"/>
              <a:ext cx="33" cy="24"/>
            </a:xfrm>
            <a:custGeom>
              <a:avLst/>
              <a:gdLst/>
              <a:ahLst/>
              <a:cxnLst/>
              <a:rect l="l" t="t" r="r" b="b"/>
              <a:pathLst>
                <a:path w="748" h="533" extrusionOk="0">
                  <a:moveTo>
                    <a:pt x="668" y="533"/>
                  </a:moveTo>
                  <a:lnTo>
                    <a:pt x="668" y="192"/>
                  </a:lnTo>
                  <a:lnTo>
                    <a:pt x="668" y="178"/>
                  </a:lnTo>
                  <a:lnTo>
                    <a:pt x="667" y="163"/>
                  </a:lnTo>
                  <a:lnTo>
                    <a:pt x="665" y="150"/>
                  </a:lnTo>
                  <a:lnTo>
                    <a:pt x="662" y="137"/>
                  </a:lnTo>
                  <a:lnTo>
                    <a:pt x="658" y="126"/>
                  </a:lnTo>
                  <a:lnTo>
                    <a:pt x="654" y="117"/>
                  </a:lnTo>
                  <a:lnTo>
                    <a:pt x="647" y="107"/>
                  </a:lnTo>
                  <a:lnTo>
                    <a:pt x="641" y="99"/>
                  </a:lnTo>
                  <a:lnTo>
                    <a:pt x="634" y="91"/>
                  </a:lnTo>
                  <a:lnTo>
                    <a:pt x="627" y="85"/>
                  </a:lnTo>
                  <a:lnTo>
                    <a:pt x="617" y="79"/>
                  </a:lnTo>
                  <a:lnTo>
                    <a:pt x="607" y="75"/>
                  </a:lnTo>
                  <a:lnTo>
                    <a:pt x="597" y="71"/>
                  </a:lnTo>
                  <a:lnTo>
                    <a:pt x="584" y="69"/>
                  </a:lnTo>
                  <a:lnTo>
                    <a:pt x="572" y="68"/>
                  </a:lnTo>
                  <a:lnTo>
                    <a:pt x="559" y="67"/>
                  </a:lnTo>
                  <a:lnTo>
                    <a:pt x="540" y="68"/>
                  </a:lnTo>
                  <a:lnTo>
                    <a:pt x="523" y="70"/>
                  </a:lnTo>
                  <a:lnTo>
                    <a:pt x="508" y="73"/>
                  </a:lnTo>
                  <a:lnTo>
                    <a:pt x="493" y="78"/>
                  </a:lnTo>
                  <a:lnTo>
                    <a:pt x="481" y="84"/>
                  </a:lnTo>
                  <a:lnTo>
                    <a:pt x="469" y="91"/>
                  </a:lnTo>
                  <a:lnTo>
                    <a:pt x="458" y="100"/>
                  </a:lnTo>
                  <a:lnTo>
                    <a:pt x="449" y="109"/>
                  </a:lnTo>
                  <a:lnTo>
                    <a:pt x="441" y="121"/>
                  </a:lnTo>
                  <a:lnTo>
                    <a:pt x="433" y="134"/>
                  </a:lnTo>
                  <a:lnTo>
                    <a:pt x="427" y="148"/>
                  </a:lnTo>
                  <a:lnTo>
                    <a:pt x="422" y="164"/>
                  </a:lnTo>
                  <a:lnTo>
                    <a:pt x="418" y="181"/>
                  </a:lnTo>
                  <a:lnTo>
                    <a:pt x="416" y="199"/>
                  </a:lnTo>
                  <a:lnTo>
                    <a:pt x="414" y="219"/>
                  </a:lnTo>
                  <a:lnTo>
                    <a:pt x="414" y="241"/>
                  </a:lnTo>
                  <a:lnTo>
                    <a:pt x="414" y="533"/>
                  </a:lnTo>
                  <a:lnTo>
                    <a:pt x="334" y="533"/>
                  </a:lnTo>
                  <a:lnTo>
                    <a:pt x="334" y="192"/>
                  </a:lnTo>
                  <a:lnTo>
                    <a:pt x="333" y="178"/>
                  </a:lnTo>
                  <a:lnTo>
                    <a:pt x="332" y="163"/>
                  </a:lnTo>
                  <a:lnTo>
                    <a:pt x="330" y="150"/>
                  </a:lnTo>
                  <a:lnTo>
                    <a:pt x="327" y="137"/>
                  </a:lnTo>
                  <a:lnTo>
                    <a:pt x="324" y="126"/>
                  </a:lnTo>
                  <a:lnTo>
                    <a:pt x="319" y="117"/>
                  </a:lnTo>
                  <a:lnTo>
                    <a:pt x="314" y="107"/>
                  </a:lnTo>
                  <a:lnTo>
                    <a:pt x="307" y="99"/>
                  </a:lnTo>
                  <a:lnTo>
                    <a:pt x="300" y="91"/>
                  </a:lnTo>
                  <a:lnTo>
                    <a:pt x="292" y="85"/>
                  </a:lnTo>
                  <a:lnTo>
                    <a:pt x="283" y="79"/>
                  </a:lnTo>
                  <a:lnTo>
                    <a:pt x="273" y="75"/>
                  </a:lnTo>
                  <a:lnTo>
                    <a:pt x="262" y="71"/>
                  </a:lnTo>
                  <a:lnTo>
                    <a:pt x="251" y="69"/>
                  </a:lnTo>
                  <a:lnTo>
                    <a:pt x="237" y="68"/>
                  </a:lnTo>
                  <a:lnTo>
                    <a:pt x="224" y="67"/>
                  </a:lnTo>
                  <a:lnTo>
                    <a:pt x="205" y="68"/>
                  </a:lnTo>
                  <a:lnTo>
                    <a:pt x="188" y="70"/>
                  </a:lnTo>
                  <a:lnTo>
                    <a:pt x="173" y="73"/>
                  </a:lnTo>
                  <a:lnTo>
                    <a:pt x="159" y="78"/>
                  </a:lnTo>
                  <a:lnTo>
                    <a:pt x="146" y="85"/>
                  </a:lnTo>
                  <a:lnTo>
                    <a:pt x="134" y="93"/>
                  </a:lnTo>
                  <a:lnTo>
                    <a:pt x="123" y="101"/>
                  </a:lnTo>
                  <a:lnTo>
                    <a:pt x="114" y="111"/>
                  </a:lnTo>
                  <a:lnTo>
                    <a:pt x="106" y="124"/>
                  </a:lnTo>
                  <a:lnTo>
                    <a:pt x="100" y="137"/>
                  </a:lnTo>
                  <a:lnTo>
                    <a:pt x="93" y="154"/>
                  </a:lnTo>
                  <a:lnTo>
                    <a:pt x="88" y="170"/>
                  </a:lnTo>
                  <a:lnTo>
                    <a:pt x="84" y="190"/>
                  </a:lnTo>
                  <a:lnTo>
                    <a:pt x="82" y="211"/>
                  </a:lnTo>
                  <a:lnTo>
                    <a:pt x="80" y="233"/>
                  </a:lnTo>
                  <a:lnTo>
                    <a:pt x="80" y="258"/>
                  </a:lnTo>
                  <a:lnTo>
                    <a:pt x="80" y="533"/>
                  </a:lnTo>
                  <a:lnTo>
                    <a:pt x="0" y="533"/>
                  </a:lnTo>
                  <a:lnTo>
                    <a:pt x="0" y="9"/>
                  </a:lnTo>
                  <a:lnTo>
                    <a:pt x="64" y="9"/>
                  </a:lnTo>
                  <a:lnTo>
                    <a:pt x="78" y="80"/>
                  </a:lnTo>
                  <a:lnTo>
                    <a:pt x="82" y="80"/>
                  </a:lnTo>
                  <a:lnTo>
                    <a:pt x="87" y="71"/>
                  </a:lnTo>
                  <a:lnTo>
                    <a:pt x="94" y="63"/>
                  </a:lnTo>
                  <a:lnTo>
                    <a:pt x="101" y="55"/>
                  </a:lnTo>
                  <a:lnTo>
                    <a:pt x="109" y="47"/>
                  </a:lnTo>
                  <a:lnTo>
                    <a:pt x="117" y="40"/>
                  </a:lnTo>
                  <a:lnTo>
                    <a:pt x="125" y="33"/>
                  </a:lnTo>
                  <a:lnTo>
                    <a:pt x="135" y="27"/>
                  </a:lnTo>
                  <a:lnTo>
                    <a:pt x="145" y="22"/>
                  </a:lnTo>
                  <a:lnTo>
                    <a:pt x="155" y="16"/>
                  </a:lnTo>
                  <a:lnTo>
                    <a:pt x="166" y="12"/>
                  </a:lnTo>
                  <a:lnTo>
                    <a:pt x="177" y="8"/>
                  </a:lnTo>
                  <a:lnTo>
                    <a:pt x="188" y="5"/>
                  </a:lnTo>
                  <a:lnTo>
                    <a:pt x="200" y="3"/>
                  </a:lnTo>
                  <a:lnTo>
                    <a:pt x="212" y="1"/>
                  </a:lnTo>
                  <a:lnTo>
                    <a:pt x="224" y="0"/>
                  </a:lnTo>
                  <a:lnTo>
                    <a:pt x="236" y="0"/>
                  </a:lnTo>
                  <a:lnTo>
                    <a:pt x="252" y="0"/>
                  </a:lnTo>
                  <a:lnTo>
                    <a:pt x="266" y="1"/>
                  </a:lnTo>
                  <a:lnTo>
                    <a:pt x="279" y="3"/>
                  </a:lnTo>
                  <a:lnTo>
                    <a:pt x="293" y="5"/>
                  </a:lnTo>
                  <a:lnTo>
                    <a:pt x="305" y="8"/>
                  </a:lnTo>
                  <a:lnTo>
                    <a:pt x="317" y="12"/>
                  </a:lnTo>
                  <a:lnTo>
                    <a:pt x="328" y="16"/>
                  </a:lnTo>
                  <a:lnTo>
                    <a:pt x="338" y="22"/>
                  </a:lnTo>
                  <a:lnTo>
                    <a:pt x="348" y="28"/>
                  </a:lnTo>
                  <a:lnTo>
                    <a:pt x="357" y="35"/>
                  </a:lnTo>
                  <a:lnTo>
                    <a:pt x="365" y="42"/>
                  </a:lnTo>
                  <a:lnTo>
                    <a:pt x="372" y="49"/>
                  </a:lnTo>
                  <a:lnTo>
                    <a:pt x="380" y="59"/>
                  </a:lnTo>
                  <a:lnTo>
                    <a:pt x="386" y="68"/>
                  </a:lnTo>
                  <a:lnTo>
                    <a:pt x="392" y="77"/>
                  </a:lnTo>
                  <a:lnTo>
                    <a:pt x="397" y="89"/>
                  </a:lnTo>
                  <a:lnTo>
                    <a:pt x="401" y="89"/>
                  </a:lnTo>
                  <a:lnTo>
                    <a:pt x="408" y="78"/>
                  </a:lnTo>
                  <a:lnTo>
                    <a:pt x="414" y="69"/>
                  </a:lnTo>
                  <a:lnTo>
                    <a:pt x="421" y="60"/>
                  </a:lnTo>
                  <a:lnTo>
                    <a:pt x="429" y="52"/>
                  </a:lnTo>
                  <a:lnTo>
                    <a:pt x="439" y="44"/>
                  </a:lnTo>
                  <a:lnTo>
                    <a:pt x="448" y="37"/>
                  </a:lnTo>
                  <a:lnTo>
                    <a:pt x="458" y="30"/>
                  </a:lnTo>
                  <a:lnTo>
                    <a:pt x="469" y="24"/>
                  </a:lnTo>
                  <a:lnTo>
                    <a:pt x="480" y="18"/>
                  </a:lnTo>
                  <a:lnTo>
                    <a:pt x="492" y="13"/>
                  </a:lnTo>
                  <a:lnTo>
                    <a:pt x="504" y="9"/>
                  </a:lnTo>
                  <a:lnTo>
                    <a:pt x="516" y="6"/>
                  </a:lnTo>
                  <a:lnTo>
                    <a:pt x="530" y="3"/>
                  </a:lnTo>
                  <a:lnTo>
                    <a:pt x="543" y="1"/>
                  </a:lnTo>
                  <a:lnTo>
                    <a:pt x="556" y="0"/>
                  </a:lnTo>
                  <a:lnTo>
                    <a:pt x="570" y="0"/>
                  </a:lnTo>
                  <a:lnTo>
                    <a:pt x="592" y="1"/>
                  </a:lnTo>
                  <a:lnTo>
                    <a:pt x="612" y="3"/>
                  </a:lnTo>
                  <a:lnTo>
                    <a:pt x="631" y="6"/>
                  </a:lnTo>
                  <a:lnTo>
                    <a:pt x="648" y="11"/>
                  </a:lnTo>
                  <a:lnTo>
                    <a:pt x="664" y="17"/>
                  </a:lnTo>
                  <a:lnTo>
                    <a:pt x="678" y="26"/>
                  </a:lnTo>
                  <a:lnTo>
                    <a:pt x="692" y="35"/>
                  </a:lnTo>
                  <a:lnTo>
                    <a:pt x="703" y="45"/>
                  </a:lnTo>
                  <a:lnTo>
                    <a:pt x="708" y="52"/>
                  </a:lnTo>
                  <a:lnTo>
                    <a:pt x="714" y="58"/>
                  </a:lnTo>
                  <a:lnTo>
                    <a:pt x="719" y="64"/>
                  </a:lnTo>
                  <a:lnTo>
                    <a:pt x="723" y="71"/>
                  </a:lnTo>
                  <a:lnTo>
                    <a:pt x="730" y="88"/>
                  </a:lnTo>
                  <a:lnTo>
                    <a:pt x="736" y="104"/>
                  </a:lnTo>
                  <a:lnTo>
                    <a:pt x="741" y="124"/>
                  </a:lnTo>
                  <a:lnTo>
                    <a:pt x="745" y="145"/>
                  </a:lnTo>
                  <a:lnTo>
                    <a:pt x="747" y="167"/>
                  </a:lnTo>
                  <a:lnTo>
                    <a:pt x="748" y="191"/>
                  </a:lnTo>
                  <a:lnTo>
                    <a:pt x="748" y="533"/>
                  </a:lnTo>
                  <a:lnTo>
                    <a:pt x="668" y="5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23"/>
            <p:cNvSpPr/>
            <p:nvPr/>
          </p:nvSpPr>
          <p:spPr>
            <a:xfrm>
              <a:off x="299" y="3119"/>
              <a:ext cx="18" cy="24"/>
            </a:xfrm>
            <a:custGeom>
              <a:avLst/>
              <a:gdLst/>
              <a:ahLst/>
              <a:cxnLst/>
              <a:rect l="l" t="t" r="r" b="b"/>
              <a:pathLst>
                <a:path w="420" h="541" extrusionOk="0">
                  <a:moveTo>
                    <a:pt x="361" y="532"/>
                  </a:moveTo>
                  <a:lnTo>
                    <a:pt x="346" y="458"/>
                  </a:lnTo>
                  <a:lnTo>
                    <a:pt x="342" y="458"/>
                  </a:lnTo>
                  <a:lnTo>
                    <a:pt x="332" y="469"/>
                  </a:lnTo>
                  <a:lnTo>
                    <a:pt x="322" y="479"/>
                  </a:lnTo>
                  <a:lnTo>
                    <a:pt x="313" y="490"/>
                  </a:lnTo>
                  <a:lnTo>
                    <a:pt x="303" y="498"/>
                  </a:lnTo>
                  <a:lnTo>
                    <a:pt x="293" y="506"/>
                  </a:lnTo>
                  <a:lnTo>
                    <a:pt x="284" y="513"/>
                  </a:lnTo>
                  <a:lnTo>
                    <a:pt x="274" y="519"/>
                  </a:lnTo>
                  <a:lnTo>
                    <a:pt x="264" y="524"/>
                  </a:lnTo>
                  <a:lnTo>
                    <a:pt x="254" y="528"/>
                  </a:lnTo>
                  <a:lnTo>
                    <a:pt x="244" y="532"/>
                  </a:lnTo>
                  <a:lnTo>
                    <a:pt x="232" y="534"/>
                  </a:lnTo>
                  <a:lnTo>
                    <a:pt x="220" y="537"/>
                  </a:lnTo>
                  <a:lnTo>
                    <a:pt x="207" y="539"/>
                  </a:lnTo>
                  <a:lnTo>
                    <a:pt x="195" y="540"/>
                  </a:lnTo>
                  <a:lnTo>
                    <a:pt x="181" y="541"/>
                  </a:lnTo>
                  <a:lnTo>
                    <a:pt x="167" y="541"/>
                  </a:lnTo>
                  <a:lnTo>
                    <a:pt x="147" y="540"/>
                  </a:lnTo>
                  <a:lnTo>
                    <a:pt x="130" y="539"/>
                  </a:lnTo>
                  <a:lnTo>
                    <a:pt x="112" y="536"/>
                  </a:lnTo>
                  <a:lnTo>
                    <a:pt x="97" y="531"/>
                  </a:lnTo>
                  <a:lnTo>
                    <a:pt x="82" y="526"/>
                  </a:lnTo>
                  <a:lnTo>
                    <a:pt x="69" y="519"/>
                  </a:lnTo>
                  <a:lnTo>
                    <a:pt x="55" y="510"/>
                  </a:lnTo>
                  <a:lnTo>
                    <a:pt x="44" y="501"/>
                  </a:lnTo>
                  <a:lnTo>
                    <a:pt x="34" y="491"/>
                  </a:lnTo>
                  <a:lnTo>
                    <a:pt x="26" y="479"/>
                  </a:lnTo>
                  <a:lnTo>
                    <a:pt x="17" y="466"/>
                  </a:lnTo>
                  <a:lnTo>
                    <a:pt x="11" y="452"/>
                  </a:lnTo>
                  <a:lnTo>
                    <a:pt x="6" y="438"/>
                  </a:lnTo>
                  <a:lnTo>
                    <a:pt x="3" y="421"/>
                  </a:lnTo>
                  <a:lnTo>
                    <a:pt x="1" y="405"/>
                  </a:lnTo>
                  <a:lnTo>
                    <a:pt x="0" y="387"/>
                  </a:lnTo>
                  <a:lnTo>
                    <a:pt x="1" y="377"/>
                  </a:lnTo>
                  <a:lnTo>
                    <a:pt x="1" y="368"/>
                  </a:lnTo>
                  <a:lnTo>
                    <a:pt x="3" y="358"/>
                  </a:lnTo>
                  <a:lnTo>
                    <a:pt x="4" y="349"/>
                  </a:lnTo>
                  <a:lnTo>
                    <a:pt x="6" y="341"/>
                  </a:lnTo>
                  <a:lnTo>
                    <a:pt x="9" y="333"/>
                  </a:lnTo>
                  <a:lnTo>
                    <a:pt x="12" y="324"/>
                  </a:lnTo>
                  <a:lnTo>
                    <a:pt x="16" y="317"/>
                  </a:lnTo>
                  <a:lnTo>
                    <a:pt x="20" y="310"/>
                  </a:lnTo>
                  <a:lnTo>
                    <a:pt x="24" y="303"/>
                  </a:lnTo>
                  <a:lnTo>
                    <a:pt x="30" y="295"/>
                  </a:lnTo>
                  <a:lnTo>
                    <a:pt x="36" y="289"/>
                  </a:lnTo>
                  <a:lnTo>
                    <a:pt x="42" y="283"/>
                  </a:lnTo>
                  <a:lnTo>
                    <a:pt x="48" y="277"/>
                  </a:lnTo>
                  <a:lnTo>
                    <a:pt x="55" y="272"/>
                  </a:lnTo>
                  <a:lnTo>
                    <a:pt x="64" y="266"/>
                  </a:lnTo>
                  <a:lnTo>
                    <a:pt x="80" y="256"/>
                  </a:lnTo>
                  <a:lnTo>
                    <a:pt x="99" y="248"/>
                  </a:lnTo>
                  <a:lnTo>
                    <a:pt x="121" y="241"/>
                  </a:lnTo>
                  <a:lnTo>
                    <a:pt x="143" y="234"/>
                  </a:lnTo>
                  <a:lnTo>
                    <a:pt x="168" y="229"/>
                  </a:lnTo>
                  <a:lnTo>
                    <a:pt x="194" y="225"/>
                  </a:lnTo>
                  <a:lnTo>
                    <a:pt x="223" y="222"/>
                  </a:lnTo>
                  <a:lnTo>
                    <a:pt x="254" y="221"/>
                  </a:lnTo>
                  <a:lnTo>
                    <a:pt x="343" y="218"/>
                  </a:lnTo>
                  <a:lnTo>
                    <a:pt x="343" y="185"/>
                  </a:lnTo>
                  <a:lnTo>
                    <a:pt x="343" y="170"/>
                  </a:lnTo>
                  <a:lnTo>
                    <a:pt x="342" y="157"/>
                  </a:lnTo>
                  <a:lnTo>
                    <a:pt x="340" y="144"/>
                  </a:lnTo>
                  <a:lnTo>
                    <a:pt x="337" y="132"/>
                  </a:lnTo>
                  <a:lnTo>
                    <a:pt x="332" y="121"/>
                  </a:lnTo>
                  <a:lnTo>
                    <a:pt x="328" y="112"/>
                  </a:lnTo>
                  <a:lnTo>
                    <a:pt x="323" y="102"/>
                  </a:lnTo>
                  <a:lnTo>
                    <a:pt x="317" y="95"/>
                  </a:lnTo>
                  <a:lnTo>
                    <a:pt x="310" y="88"/>
                  </a:lnTo>
                  <a:lnTo>
                    <a:pt x="301" y="82"/>
                  </a:lnTo>
                  <a:lnTo>
                    <a:pt x="292" y="76"/>
                  </a:lnTo>
                  <a:lnTo>
                    <a:pt x="282" y="72"/>
                  </a:lnTo>
                  <a:lnTo>
                    <a:pt x="270" y="69"/>
                  </a:lnTo>
                  <a:lnTo>
                    <a:pt x="259" y="67"/>
                  </a:lnTo>
                  <a:lnTo>
                    <a:pt x="246" y="66"/>
                  </a:lnTo>
                  <a:lnTo>
                    <a:pt x="231" y="65"/>
                  </a:lnTo>
                  <a:lnTo>
                    <a:pt x="215" y="66"/>
                  </a:lnTo>
                  <a:lnTo>
                    <a:pt x="198" y="68"/>
                  </a:lnTo>
                  <a:lnTo>
                    <a:pt x="180" y="71"/>
                  </a:lnTo>
                  <a:lnTo>
                    <a:pt x="162" y="75"/>
                  </a:lnTo>
                  <a:lnTo>
                    <a:pt x="143" y="81"/>
                  </a:lnTo>
                  <a:lnTo>
                    <a:pt x="124" y="88"/>
                  </a:lnTo>
                  <a:lnTo>
                    <a:pt x="104" y="96"/>
                  </a:lnTo>
                  <a:lnTo>
                    <a:pt x="83" y="105"/>
                  </a:lnTo>
                  <a:lnTo>
                    <a:pt x="59" y="44"/>
                  </a:lnTo>
                  <a:lnTo>
                    <a:pt x="79" y="35"/>
                  </a:lnTo>
                  <a:lnTo>
                    <a:pt x="100" y="26"/>
                  </a:lnTo>
                  <a:lnTo>
                    <a:pt x="122" y="19"/>
                  </a:lnTo>
                  <a:lnTo>
                    <a:pt x="143" y="11"/>
                  </a:lnTo>
                  <a:lnTo>
                    <a:pt x="167" y="6"/>
                  </a:lnTo>
                  <a:lnTo>
                    <a:pt x="190" y="3"/>
                  </a:lnTo>
                  <a:lnTo>
                    <a:pt x="214" y="1"/>
                  </a:lnTo>
                  <a:lnTo>
                    <a:pt x="236" y="0"/>
                  </a:lnTo>
                  <a:lnTo>
                    <a:pt x="259" y="1"/>
                  </a:lnTo>
                  <a:lnTo>
                    <a:pt x="280" y="2"/>
                  </a:lnTo>
                  <a:lnTo>
                    <a:pt x="299" y="6"/>
                  </a:lnTo>
                  <a:lnTo>
                    <a:pt x="318" y="10"/>
                  </a:lnTo>
                  <a:lnTo>
                    <a:pt x="335" y="16"/>
                  </a:lnTo>
                  <a:lnTo>
                    <a:pt x="350" y="24"/>
                  </a:lnTo>
                  <a:lnTo>
                    <a:pt x="363" y="32"/>
                  </a:lnTo>
                  <a:lnTo>
                    <a:pt x="375" y="41"/>
                  </a:lnTo>
                  <a:lnTo>
                    <a:pt x="381" y="46"/>
                  </a:lnTo>
                  <a:lnTo>
                    <a:pt x="386" y="53"/>
                  </a:lnTo>
                  <a:lnTo>
                    <a:pt x="390" y="59"/>
                  </a:lnTo>
                  <a:lnTo>
                    <a:pt x="396" y="65"/>
                  </a:lnTo>
                  <a:lnTo>
                    <a:pt x="403" y="79"/>
                  </a:lnTo>
                  <a:lnTo>
                    <a:pt x="409" y="95"/>
                  </a:lnTo>
                  <a:lnTo>
                    <a:pt x="414" y="113"/>
                  </a:lnTo>
                  <a:lnTo>
                    <a:pt x="417" y="132"/>
                  </a:lnTo>
                  <a:lnTo>
                    <a:pt x="419" y="153"/>
                  </a:lnTo>
                  <a:lnTo>
                    <a:pt x="420" y="175"/>
                  </a:lnTo>
                  <a:lnTo>
                    <a:pt x="420" y="532"/>
                  </a:lnTo>
                  <a:lnTo>
                    <a:pt x="361" y="532"/>
                  </a:lnTo>
                  <a:close/>
                  <a:moveTo>
                    <a:pt x="183" y="476"/>
                  </a:moveTo>
                  <a:lnTo>
                    <a:pt x="200" y="475"/>
                  </a:lnTo>
                  <a:lnTo>
                    <a:pt x="218" y="473"/>
                  </a:lnTo>
                  <a:lnTo>
                    <a:pt x="233" y="470"/>
                  </a:lnTo>
                  <a:lnTo>
                    <a:pt x="249" y="466"/>
                  </a:lnTo>
                  <a:lnTo>
                    <a:pt x="262" y="460"/>
                  </a:lnTo>
                  <a:lnTo>
                    <a:pt x="276" y="453"/>
                  </a:lnTo>
                  <a:lnTo>
                    <a:pt x="288" y="445"/>
                  </a:lnTo>
                  <a:lnTo>
                    <a:pt x="298" y="435"/>
                  </a:lnTo>
                  <a:lnTo>
                    <a:pt x="309" y="425"/>
                  </a:lnTo>
                  <a:lnTo>
                    <a:pt x="317" y="413"/>
                  </a:lnTo>
                  <a:lnTo>
                    <a:pt x="324" y="401"/>
                  </a:lnTo>
                  <a:lnTo>
                    <a:pt x="330" y="386"/>
                  </a:lnTo>
                  <a:lnTo>
                    <a:pt x="336" y="372"/>
                  </a:lnTo>
                  <a:lnTo>
                    <a:pt x="339" y="356"/>
                  </a:lnTo>
                  <a:lnTo>
                    <a:pt x="341" y="340"/>
                  </a:lnTo>
                  <a:lnTo>
                    <a:pt x="341" y="321"/>
                  </a:lnTo>
                  <a:lnTo>
                    <a:pt x="341" y="275"/>
                  </a:lnTo>
                  <a:lnTo>
                    <a:pt x="261" y="278"/>
                  </a:lnTo>
                  <a:lnTo>
                    <a:pt x="238" y="279"/>
                  </a:lnTo>
                  <a:lnTo>
                    <a:pt x="218" y="281"/>
                  </a:lnTo>
                  <a:lnTo>
                    <a:pt x="198" y="284"/>
                  </a:lnTo>
                  <a:lnTo>
                    <a:pt x="181" y="287"/>
                  </a:lnTo>
                  <a:lnTo>
                    <a:pt x="164" y="291"/>
                  </a:lnTo>
                  <a:lnTo>
                    <a:pt x="150" y="295"/>
                  </a:lnTo>
                  <a:lnTo>
                    <a:pt x="136" y="301"/>
                  </a:lnTo>
                  <a:lnTo>
                    <a:pt x="125" y="307"/>
                  </a:lnTo>
                  <a:lnTo>
                    <a:pt x="115" y="314"/>
                  </a:lnTo>
                  <a:lnTo>
                    <a:pt x="107" y="322"/>
                  </a:lnTo>
                  <a:lnTo>
                    <a:pt x="100" y="331"/>
                  </a:lnTo>
                  <a:lnTo>
                    <a:pt x="94" y="341"/>
                  </a:lnTo>
                  <a:lnTo>
                    <a:pt x="90" y="351"/>
                  </a:lnTo>
                  <a:lnTo>
                    <a:pt x="85" y="363"/>
                  </a:lnTo>
                  <a:lnTo>
                    <a:pt x="84" y="375"/>
                  </a:lnTo>
                  <a:lnTo>
                    <a:pt x="83" y="388"/>
                  </a:lnTo>
                  <a:lnTo>
                    <a:pt x="83" y="399"/>
                  </a:lnTo>
                  <a:lnTo>
                    <a:pt x="85" y="408"/>
                  </a:lnTo>
                  <a:lnTo>
                    <a:pt x="88" y="417"/>
                  </a:lnTo>
                  <a:lnTo>
                    <a:pt x="90" y="426"/>
                  </a:lnTo>
                  <a:lnTo>
                    <a:pt x="94" y="434"/>
                  </a:lnTo>
                  <a:lnTo>
                    <a:pt x="98" y="441"/>
                  </a:lnTo>
                  <a:lnTo>
                    <a:pt x="103" y="447"/>
                  </a:lnTo>
                  <a:lnTo>
                    <a:pt x="109" y="453"/>
                  </a:lnTo>
                  <a:lnTo>
                    <a:pt x="116" y="459"/>
                  </a:lnTo>
                  <a:lnTo>
                    <a:pt x="124" y="463"/>
                  </a:lnTo>
                  <a:lnTo>
                    <a:pt x="132" y="467"/>
                  </a:lnTo>
                  <a:lnTo>
                    <a:pt x="140" y="470"/>
                  </a:lnTo>
                  <a:lnTo>
                    <a:pt x="151" y="473"/>
                  </a:lnTo>
                  <a:lnTo>
                    <a:pt x="160" y="474"/>
                  </a:lnTo>
                  <a:lnTo>
                    <a:pt x="171" y="475"/>
                  </a:lnTo>
                  <a:lnTo>
                    <a:pt x="183" y="4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23"/>
            <p:cNvSpPr/>
            <p:nvPr/>
          </p:nvSpPr>
          <p:spPr>
            <a:xfrm>
              <a:off x="323" y="3120"/>
              <a:ext cx="16" cy="23"/>
            </a:xfrm>
            <a:custGeom>
              <a:avLst/>
              <a:gdLst/>
              <a:ahLst/>
              <a:cxnLst/>
              <a:rect l="l" t="t" r="r" b="b"/>
              <a:pathLst>
                <a:path w="381" h="524" extrusionOk="0">
                  <a:moveTo>
                    <a:pt x="381" y="524"/>
                  </a:moveTo>
                  <a:lnTo>
                    <a:pt x="0" y="524"/>
                  </a:lnTo>
                  <a:lnTo>
                    <a:pt x="0" y="469"/>
                  </a:lnTo>
                  <a:lnTo>
                    <a:pt x="286" y="62"/>
                  </a:lnTo>
                  <a:lnTo>
                    <a:pt x="18" y="62"/>
                  </a:lnTo>
                  <a:lnTo>
                    <a:pt x="18" y="0"/>
                  </a:lnTo>
                  <a:lnTo>
                    <a:pt x="373" y="0"/>
                  </a:lnTo>
                  <a:lnTo>
                    <a:pt x="373" y="62"/>
                  </a:lnTo>
                  <a:lnTo>
                    <a:pt x="91" y="462"/>
                  </a:lnTo>
                  <a:lnTo>
                    <a:pt x="381" y="462"/>
                  </a:lnTo>
                  <a:lnTo>
                    <a:pt x="381" y="52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3"/>
            <p:cNvSpPr/>
            <p:nvPr/>
          </p:nvSpPr>
          <p:spPr>
            <a:xfrm>
              <a:off x="343" y="3119"/>
              <a:ext cx="21" cy="24"/>
            </a:xfrm>
            <a:custGeom>
              <a:avLst/>
              <a:gdLst/>
              <a:ahLst/>
              <a:cxnLst/>
              <a:rect l="l" t="t" r="r" b="b"/>
              <a:pathLst>
                <a:path w="481" h="542" extrusionOk="0">
                  <a:moveTo>
                    <a:pt x="481" y="271"/>
                  </a:moveTo>
                  <a:lnTo>
                    <a:pt x="480" y="286"/>
                  </a:lnTo>
                  <a:lnTo>
                    <a:pt x="480" y="302"/>
                  </a:lnTo>
                  <a:lnTo>
                    <a:pt x="478" y="317"/>
                  </a:lnTo>
                  <a:lnTo>
                    <a:pt x="477" y="332"/>
                  </a:lnTo>
                  <a:lnTo>
                    <a:pt x="475" y="345"/>
                  </a:lnTo>
                  <a:lnTo>
                    <a:pt x="472" y="358"/>
                  </a:lnTo>
                  <a:lnTo>
                    <a:pt x="469" y="372"/>
                  </a:lnTo>
                  <a:lnTo>
                    <a:pt x="465" y="384"/>
                  </a:lnTo>
                  <a:lnTo>
                    <a:pt x="461" y="397"/>
                  </a:lnTo>
                  <a:lnTo>
                    <a:pt x="455" y="409"/>
                  </a:lnTo>
                  <a:lnTo>
                    <a:pt x="450" y="420"/>
                  </a:lnTo>
                  <a:lnTo>
                    <a:pt x="445" y="431"/>
                  </a:lnTo>
                  <a:lnTo>
                    <a:pt x="438" y="442"/>
                  </a:lnTo>
                  <a:lnTo>
                    <a:pt x="432" y="451"/>
                  </a:lnTo>
                  <a:lnTo>
                    <a:pt x="424" y="462"/>
                  </a:lnTo>
                  <a:lnTo>
                    <a:pt x="416" y="471"/>
                  </a:lnTo>
                  <a:lnTo>
                    <a:pt x="408" y="479"/>
                  </a:lnTo>
                  <a:lnTo>
                    <a:pt x="400" y="488"/>
                  </a:lnTo>
                  <a:lnTo>
                    <a:pt x="390" y="495"/>
                  </a:lnTo>
                  <a:lnTo>
                    <a:pt x="381" y="502"/>
                  </a:lnTo>
                  <a:lnTo>
                    <a:pt x="372" y="508"/>
                  </a:lnTo>
                  <a:lnTo>
                    <a:pt x="361" y="514"/>
                  </a:lnTo>
                  <a:lnTo>
                    <a:pt x="350" y="520"/>
                  </a:lnTo>
                  <a:lnTo>
                    <a:pt x="340" y="525"/>
                  </a:lnTo>
                  <a:lnTo>
                    <a:pt x="328" y="529"/>
                  </a:lnTo>
                  <a:lnTo>
                    <a:pt x="317" y="532"/>
                  </a:lnTo>
                  <a:lnTo>
                    <a:pt x="305" y="535"/>
                  </a:lnTo>
                  <a:lnTo>
                    <a:pt x="292" y="538"/>
                  </a:lnTo>
                  <a:lnTo>
                    <a:pt x="279" y="540"/>
                  </a:lnTo>
                  <a:lnTo>
                    <a:pt x="265" y="541"/>
                  </a:lnTo>
                  <a:lnTo>
                    <a:pt x="252" y="542"/>
                  </a:lnTo>
                  <a:lnTo>
                    <a:pt x="238" y="542"/>
                  </a:lnTo>
                  <a:lnTo>
                    <a:pt x="221" y="542"/>
                  </a:lnTo>
                  <a:lnTo>
                    <a:pt x="204" y="540"/>
                  </a:lnTo>
                  <a:lnTo>
                    <a:pt x="188" y="538"/>
                  </a:lnTo>
                  <a:lnTo>
                    <a:pt x="171" y="534"/>
                  </a:lnTo>
                  <a:lnTo>
                    <a:pt x="157" y="530"/>
                  </a:lnTo>
                  <a:lnTo>
                    <a:pt x="141" y="524"/>
                  </a:lnTo>
                  <a:lnTo>
                    <a:pt x="127" y="517"/>
                  </a:lnTo>
                  <a:lnTo>
                    <a:pt x="113" y="509"/>
                  </a:lnTo>
                  <a:lnTo>
                    <a:pt x="100" y="501"/>
                  </a:lnTo>
                  <a:lnTo>
                    <a:pt x="87" y="491"/>
                  </a:lnTo>
                  <a:lnTo>
                    <a:pt x="76" y="480"/>
                  </a:lnTo>
                  <a:lnTo>
                    <a:pt x="65" y="469"/>
                  </a:lnTo>
                  <a:lnTo>
                    <a:pt x="54" y="457"/>
                  </a:lnTo>
                  <a:lnTo>
                    <a:pt x="45" y="444"/>
                  </a:lnTo>
                  <a:lnTo>
                    <a:pt x="37" y="430"/>
                  </a:lnTo>
                  <a:lnTo>
                    <a:pt x="29" y="415"/>
                  </a:lnTo>
                  <a:lnTo>
                    <a:pt x="22" y="399"/>
                  </a:lnTo>
                  <a:lnTo>
                    <a:pt x="16" y="383"/>
                  </a:lnTo>
                  <a:lnTo>
                    <a:pt x="11" y="366"/>
                  </a:lnTo>
                  <a:lnTo>
                    <a:pt x="7" y="348"/>
                  </a:lnTo>
                  <a:lnTo>
                    <a:pt x="4" y="329"/>
                  </a:lnTo>
                  <a:lnTo>
                    <a:pt x="1" y="311"/>
                  </a:lnTo>
                  <a:lnTo>
                    <a:pt x="0" y="291"/>
                  </a:lnTo>
                  <a:lnTo>
                    <a:pt x="0" y="271"/>
                  </a:lnTo>
                  <a:lnTo>
                    <a:pt x="0" y="255"/>
                  </a:lnTo>
                  <a:lnTo>
                    <a:pt x="1" y="240"/>
                  </a:lnTo>
                  <a:lnTo>
                    <a:pt x="2" y="224"/>
                  </a:lnTo>
                  <a:lnTo>
                    <a:pt x="4" y="210"/>
                  </a:lnTo>
                  <a:lnTo>
                    <a:pt x="6" y="196"/>
                  </a:lnTo>
                  <a:lnTo>
                    <a:pt x="8" y="183"/>
                  </a:lnTo>
                  <a:lnTo>
                    <a:pt x="12" y="169"/>
                  </a:lnTo>
                  <a:lnTo>
                    <a:pt x="15" y="157"/>
                  </a:lnTo>
                  <a:lnTo>
                    <a:pt x="19" y="145"/>
                  </a:lnTo>
                  <a:lnTo>
                    <a:pt x="24" y="133"/>
                  </a:lnTo>
                  <a:lnTo>
                    <a:pt x="30" y="122"/>
                  </a:lnTo>
                  <a:lnTo>
                    <a:pt x="36" y="110"/>
                  </a:lnTo>
                  <a:lnTo>
                    <a:pt x="42" y="100"/>
                  </a:lnTo>
                  <a:lnTo>
                    <a:pt x="48" y="90"/>
                  </a:lnTo>
                  <a:lnTo>
                    <a:pt x="55" y="80"/>
                  </a:lnTo>
                  <a:lnTo>
                    <a:pt x="64" y="71"/>
                  </a:lnTo>
                  <a:lnTo>
                    <a:pt x="72" y="63"/>
                  </a:lnTo>
                  <a:lnTo>
                    <a:pt x="80" y="55"/>
                  </a:lnTo>
                  <a:lnTo>
                    <a:pt x="90" y="47"/>
                  </a:lnTo>
                  <a:lnTo>
                    <a:pt x="99" y="40"/>
                  </a:lnTo>
                  <a:lnTo>
                    <a:pt x="108" y="34"/>
                  </a:lnTo>
                  <a:lnTo>
                    <a:pt x="118" y="28"/>
                  </a:lnTo>
                  <a:lnTo>
                    <a:pt x="129" y="23"/>
                  </a:lnTo>
                  <a:lnTo>
                    <a:pt x="140" y="17"/>
                  </a:lnTo>
                  <a:lnTo>
                    <a:pt x="152" y="13"/>
                  </a:lnTo>
                  <a:lnTo>
                    <a:pt x="163" y="10"/>
                  </a:lnTo>
                  <a:lnTo>
                    <a:pt x="175" y="7"/>
                  </a:lnTo>
                  <a:lnTo>
                    <a:pt x="188" y="4"/>
                  </a:lnTo>
                  <a:lnTo>
                    <a:pt x="200" y="2"/>
                  </a:lnTo>
                  <a:lnTo>
                    <a:pt x="214" y="1"/>
                  </a:lnTo>
                  <a:lnTo>
                    <a:pt x="227" y="0"/>
                  </a:lnTo>
                  <a:lnTo>
                    <a:pt x="241" y="0"/>
                  </a:lnTo>
                  <a:lnTo>
                    <a:pt x="255" y="0"/>
                  </a:lnTo>
                  <a:lnTo>
                    <a:pt x="268" y="1"/>
                  </a:lnTo>
                  <a:lnTo>
                    <a:pt x="281" y="2"/>
                  </a:lnTo>
                  <a:lnTo>
                    <a:pt x="293" y="4"/>
                  </a:lnTo>
                  <a:lnTo>
                    <a:pt x="306" y="7"/>
                  </a:lnTo>
                  <a:lnTo>
                    <a:pt x="318" y="10"/>
                  </a:lnTo>
                  <a:lnTo>
                    <a:pt x="329" y="13"/>
                  </a:lnTo>
                  <a:lnTo>
                    <a:pt x="340" y="18"/>
                  </a:lnTo>
                  <a:lnTo>
                    <a:pt x="351" y="23"/>
                  </a:lnTo>
                  <a:lnTo>
                    <a:pt x="361" y="29"/>
                  </a:lnTo>
                  <a:lnTo>
                    <a:pt x="371" y="34"/>
                  </a:lnTo>
                  <a:lnTo>
                    <a:pt x="381" y="41"/>
                  </a:lnTo>
                  <a:lnTo>
                    <a:pt x="390" y="48"/>
                  </a:lnTo>
                  <a:lnTo>
                    <a:pt x="400" y="56"/>
                  </a:lnTo>
                  <a:lnTo>
                    <a:pt x="408" y="64"/>
                  </a:lnTo>
                  <a:lnTo>
                    <a:pt x="416" y="73"/>
                  </a:lnTo>
                  <a:lnTo>
                    <a:pt x="424" y="83"/>
                  </a:lnTo>
                  <a:lnTo>
                    <a:pt x="432" y="92"/>
                  </a:lnTo>
                  <a:lnTo>
                    <a:pt x="438" y="102"/>
                  </a:lnTo>
                  <a:lnTo>
                    <a:pt x="444" y="113"/>
                  </a:lnTo>
                  <a:lnTo>
                    <a:pt x="450" y="124"/>
                  </a:lnTo>
                  <a:lnTo>
                    <a:pt x="455" y="135"/>
                  </a:lnTo>
                  <a:lnTo>
                    <a:pt x="461" y="147"/>
                  </a:lnTo>
                  <a:lnTo>
                    <a:pt x="465" y="159"/>
                  </a:lnTo>
                  <a:lnTo>
                    <a:pt x="469" y="171"/>
                  </a:lnTo>
                  <a:lnTo>
                    <a:pt x="472" y="185"/>
                  </a:lnTo>
                  <a:lnTo>
                    <a:pt x="475" y="197"/>
                  </a:lnTo>
                  <a:lnTo>
                    <a:pt x="477" y="212"/>
                  </a:lnTo>
                  <a:lnTo>
                    <a:pt x="478" y="226"/>
                  </a:lnTo>
                  <a:lnTo>
                    <a:pt x="480" y="241"/>
                  </a:lnTo>
                  <a:lnTo>
                    <a:pt x="480" y="255"/>
                  </a:lnTo>
                  <a:lnTo>
                    <a:pt x="481" y="271"/>
                  </a:lnTo>
                  <a:close/>
                  <a:moveTo>
                    <a:pt x="81" y="271"/>
                  </a:moveTo>
                  <a:lnTo>
                    <a:pt x="82" y="295"/>
                  </a:lnTo>
                  <a:lnTo>
                    <a:pt x="84" y="318"/>
                  </a:lnTo>
                  <a:lnTo>
                    <a:pt x="87" y="339"/>
                  </a:lnTo>
                  <a:lnTo>
                    <a:pt x="92" y="359"/>
                  </a:lnTo>
                  <a:lnTo>
                    <a:pt x="97" y="377"/>
                  </a:lnTo>
                  <a:lnTo>
                    <a:pt x="104" y="395"/>
                  </a:lnTo>
                  <a:lnTo>
                    <a:pt x="112" y="410"/>
                  </a:lnTo>
                  <a:lnTo>
                    <a:pt x="122" y="423"/>
                  </a:lnTo>
                  <a:lnTo>
                    <a:pt x="132" y="436"/>
                  </a:lnTo>
                  <a:lnTo>
                    <a:pt x="144" y="446"/>
                  </a:lnTo>
                  <a:lnTo>
                    <a:pt x="157" y="455"/>
                  </a:lnTo>
                  <a:lnTo>
                    <a:pt x="171" y="463"/>
                  </a:lnTo>
                  <a:lnTo>
                    <a:pt x="187" y="469"/>
                  </a:lnTo>
                  <a:lnTo>
                    <a:pt x="203" y="473"/>
                  </a:lnTo>
                  <a:lnTo>
                    <a:pt x="221" y="475"/>
                  </a:lnTo>
                  <a:lnTo>
                    <a:pt x="240" y="476"/>
                  </a:lnTo>
                  <a:lnTo>
                    <a:pt x="259" y="475"/>
                  </a:lnTo>
                  <a:lnTo>
                    <a:pt x="277" y="473"/>
                  </a:lnTo>
                  <a:lnTo>
                    <a:pt x="293" y="469"/>
                  </a:lnTo>
                  <a:lnTo>
                    <a:pt x="309" y="463"/>
                  </a:lnTo>
                  <a:lnTo>
                    <a:pt x="323" y="455"/>
                  </a:lnTo>
                  <a:lnTo>
                    <a:pt x="336" y="446"/>
                  </a:lnTo>
                  <a:lnTo>
                    <a:pt x="348" y="436"/>
                  </a:lnTo>
                  <a:lnTo>
                    <a:pt x="358" y="423"/>
                  </a:lnTo>
                  <a:lnTo>
                    <a:pt x="368" y="410"/>
                  </a:lnTo>
                  <a:lnTo>
                    <a:pt x="376" y="395"/>
                  </a:lnTo>
                  <a:lnTo>
                    <a:pt x="383" y="378"/>
                  </a:lnTo>
                  <a:lnTo>
                    <a:pt x="388" y="359"/>
                  </a:lnTo>
                  <a:lnTo>
                    <a:pt x="393" y="340"/>
                  </a:lnTo>
                  <a:lnTo>
                    <a:pt x="396" y="318"/>
                  </a:lnTo>
                  <a:lnTo>
                    <a:pt x="398" y="295"/>
                  </a:lnTo>
                  <a:lnTo>
                    <a:pt x="399" y="271"/>
                  </a:lnTo>
                  <a:lnTo>
                    <a:pt x="398" y="247"/>
                  </a:lnTo>
                  <a:lnTo>
                    <a:pt x="396" y="224"/>
                  </a:lnTo>
                  <a:lnTo>
                    <a:pt x="393" y="202"/>
                  </a:lnTo>
                  <a:lnTo>
                    <a:pt x="388" y="183"/>
                  </a:lnTo>
                  <a:lnTo>
                    <a:pt x="383" y="165"/>
                  </a:lnTo>
                  <a:lnTo>
                    <a:pt x="376" y="148"/>
                  </a:lnTo>
                  <a:lnTo>
                    <a:pt x="368" y="133"/>
                  </a:lnTo>
                  <a:lnTo>
                    <a:pt x="358" y="119"/>
                  </a:lnTo>
                  <a:lnTo>
                    <a:pt x="348" y="107"/>
                  </a:lnTo>
                  <a:lnTo>
                    <a:pt x="336" y="96"/>
                  </a:lnTo>
                  <a:lnTo>
                    <a:pt x="322" y="88"/>
                  </a:lnTo>
                  <a:lnTo>
                    <a:pt x="309" y="80"/>
                  </a:lnTo>
                  <a:lnTo>
                    <a:pt x="293" y="74"/>
                  </a:lnTo>
                  <a:lnTo>
                    <a:pt x="276" y="70"/>
                  </a:lnTo>
                  <a:lnTo>
                    <a:pt x="258" y="68"/>
                  </a:lnTo>
                  <a:lnTo>
                    <a:pt x="239" y="67"/>
                  </a:lnTo>
                  <a:lnTo>
                    <a:pt x="220" y="68"/>
                  </a:lnTo>
                  <a:lnTo>
                    <a:pt x="202" y="70"/>
                  </a:lnTo>
                  <a:lnTo>
                    <a:pt x="186" y="74"/>
                  </a:lnTo>
                  <a:lnTo>
                    <a:pt x="170" y="80"/>
                  </a:lnTo>
                  <a:lnTo>
                    <a:pt x="157" y="87"/>
                  </a:lnTo>
                  <a:lnTo>
                    <a:pt x="143" y="96"/>
                  </a:lnTo>
                  <a:lnTo>
                    <a:pt x="132" y="106"/>
                  </a:lnTo>
                  <a:lnTo>
                    <a:pt x="122" y="119"/>
                  </a:lnTo>
                  <a:lnTo>
                    <a:pt x="112" y="132"/>
                  </a:lnTo>
                  <a:lnTo>
                    <a:pt x="104" y="147"/>
                  </a:lnTo>
                  <a:lnTo>
                    <a:pt x="97" y="164"/>
                  </a:lnTo>
                  <a:lnTo>
                    <a:pt x="92" y="182"/>
                  </a:lnTo>
                  <a:lnTo>
                    <a:pt x="87" y="201"/>
                  </a:lnTo>
                  <a:lnTo>
                    <a:pt x="84" y="223"/>
                  </a:lnTo>
                  <a:lnTo>
                    <a:pt x="82" y="246"/>
                  </a:lnTo>
                  <a:lnTo>
                    <a:pt x="81" y="27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3"/>
            <p:cNvSpPr/>
            <p:nvPr/>
          </p:nvSpPr>
          <p:spPr>
            <a:xfrm>
              <a:off x="370" y="3119"/>
              <a:ext cx="19" cy="24"/>
            </a:xfrm>
            <a:custGeom>
              <a:avLst/>
              <a:gdLst/>
              <a:ahLst/>
              <a:cxnLst/>
              <a:rect l="l" t="t" r="r" b="b"/>
              <a:pathLst>
                <a:path w="438" h="533" extrusionOk="0">
                  <a:moveTo>
                    <a:pt x="359" y="533"/>
                  </a:moveTo>
                  <a:lnTo>
                    <a:pt x="359" y="194"/>
                  </a:lnTo>
                  <a:lnTo>
                    <a:pt x="358" y="179"/>
                  </a:lnTo>
                  <a:lnTo>
                    <a:pt x="357" y="164"/>
                  </a:lnTo>
                  <a:lnTo>
                    <a:pt x="355" y="151"/>
                  </a:lnTo>
                  <a:lnTo>
                    <a:pt x="352" y="138"/>
                  </a:lnTo>
                  <a:lnTo>
                    <a:pt x="348" y="127"/>
                  </a:lnTo>
                  <a:lnTo>
                    <a:pt x="343" y="117"/>
                  </a:lnTo>
                  <a:lnTo>
                    <a:pt x="337" y="107"/>
                  </a:lnTo>
                  <a:lnTo>
                    <a:pt x="329" y="99"/>
                  </a:lnTo>
                  <a:lnTo>
                    <a:pt x="322" y="92"/>
                  </a:lnTo>
                  <a:lnTo>
                    <a:pt x="313" y="85"/>
                  </a:lnTo>
                  <a:lnTo>
                    <a:pt x="304" y="79"/>
                  </a:lnTo>
                  <a:lnTo>
                    <a:pt x="292" y="75"/>
                  </a:lnTo>
                  <a:lnTo>
                    <a:pt x="281" y="71"/>
                  </a:lnTo>
                  <a:lnTo>
                    <a:pt x="267" y="69"/>
                  </a:lnTo>
                  <a:lnTo>
                    <a:pt x="253" y="68"/>
                  </a:lnTo>
                  <a:lnTo>
                    <a:pt x="238" y="67"/>
                  </a:lnTo>
                  <a:lnTo>
                    <a:pt x="219" y="68"/>
                  </a:lnTo>
                  <a:lnTo>
                    <a:pt x="200" y="70"/>
                  </a:lnTo>
                  <a:lnTo>
                    <a:pt x="183" y="73"/>
                  </a:lnTo>
                  <a:lnTo>
                    <a:pt x="167" y="78"/>
                  </a:lnTo>
                  <a:lnTo>
                    <a:pt x="153" y="85"/>
                  </a:lnTo>
                  <a:lnTo>
                    <a:pt x="139" y="92"/>
                  </a:lnTo>
                  <a:lnTo>
                    <a:pt x="128" y="101"/>
                  </a:lnTo>
                  <a:lnTo>
                    <a:pt x="118" y="111"/>
                  </a:lnTo>
                  <a:lnTo>
                    <a:pt x="109" y="124"/>
                  </a:lnTo>
                  <a:lnTo>
                    <a:pt x="101" y="137"/>
                  </a:lnTo>
                  <a:lnTo>
                    <a:pt x="95" y="153"/>
                  </a:lnTo>
                  <a:lnTo>
                    <a:pt x="89" y="170"/>
                  </a:lnTo>
                  <a:lnTo>
                    <a:pt x="84" y="190"/>
                  </a:lnTo>
                  <a:lnTo>
                    <a:pt x="81" y="211"/>
                  </a:lnTo>
                  <a:lnTo>
                    <a:pt x="80" y="233"/>
                  </a:lnTo>
                  <a:lnTo>
                    <a:pt x="79" y="258"/>
                  </a:lnTo>
                  <a:lnTo>
                    <a:pt x="79" y="533"/>
                  </a:lnTo>
                  <a:lnTo>
                    <a:pt x="0" y="533"/>
                  </a:lnTo>
                  <a:lnTo>
                    <a:pt x="0" y="9"/>
                  </a:lnTo>
                  <a:lnTo>
                    <a:pt x="65" y="9"/>
                  </a:lnTo>
                  <a:lnTo>
                    <a:pt x="77" y="80"/>
                  </a:lnTo>
                  <a:lnTo>
                    <a:pt x="81" y="80"/>
                  </a:lnTo>
                  <a:lnTo>
                    <a:pt x="88" y="71"/>
                  </a:lnTo>
                  <a:lnTo>
                    <a:pt x="95" y="63"/>
                  </a:lnTo>
                  <a:lnTo>
                    <a:pt x="102" y="55"/>
                  </a:lnTo>
                  <a:lnTo>
                    <a:pt x="110" y="46"/>
                  </a:lnTo>
                  <a:lnTo>
                    <a:pt x="120" y="39"/>
                  </a:lnTo>
                  <a:lnTo>
                    <a:pt x="129" y="33"/>
                  </a:lnTo>
                  <a:lnTo>
                    <a:pt x="139" y="27"/>
                  </a:lnTo>
                  <a:lnTo>
                    <a:pt x="150" y="21"/>
                  </a:lnTo>
                  <a:lnTo>
                    <a:pt x="161" y="16"/>
                  </a:lnTo>
                  <a:lnTo>
                    <a:pt x="172" y="11"/>
                  </a:lnTo>
                  <a:lnTo>
                    <a:pt x="185" y="8"/>
                  </a:lnTo>
                  <a:lnTo>
                    <a:pt x="196" y="5"/>
                  </a:lnTo>
                  <a:lnTo>
                    <a:pt x="209" y="3"/>
                  </a:lnTo>
                  <a:lnTo>
                    <a:pt x="222" y="1"/>
                  </a:lnTo>
                  <a:lnTo>
                    <a:pt x="234" y="0"/>
                  </a:lnTo>
                  <a:lnTo>
                    <a:pt x="248" y="0"/>
                  </a:lnTo>
                  <a:lnTo>
                    <a:pt x="271" y="1"/>
                  </a:lnTo>
                  <a:lnTo>
                    <a:pt x="292" y="3"/>
                  </a:lnTo>
                  <a:lnTo>
                    <a:pt x="313" y="6"/>
                  </a:lnTo>
                  <a:lnTo>
                    <a:pt x="330" y="11"/>
                  </a:lnTo>
                  <a:lnTo>
                    <a:pt x="348" y="17"/>
                  </a:lnTo>
                  <a:lnTo>
                    <a:pt x="364" y="26"/>
                  </a:lnTo>
                  <a:lnTo>
                    <a:pt x="378" y="35"/>
                  </a:lnTo>
                  <a:lnTo>
                    <a:pt x="390" y="45"/>
                  </a:lnTo>
                  <a:lnTo>
                    <a:pt x="397" y="52"/>
                  </a:lnTo>
                  <a:lnTo>
                    <a:pt x="402" y="58"/>
                  </a:lnTo>
                  <a:lnTo>
                    <a:pt x="407" y="64"/>
                  </a:lnTo>
                  <a:lnTo>
                    <a:pt x="411" y="71"/>
                  </a:lnTo>
                  <a:lnTo>
                    <a:pt x="416" y="79"/>
                  </a:lnTo>
                  <a:lnTo>
                    <a:pt x="419" y="88"/>
                  </a:lnTo>
                  <a:lnTo>
                    <a:pt x="424" y="96"/>
                  </a:lnTo>
                  <a:lnTo>
                    <a:pt x="427" y="104"/>
                  </a:lnTo>
                  <a:lnTo>
                    <a:pt x="432" y="124"/>
                  </a:lnTo>
                  <a:lnTo>
                    <a:pt x="435" y="145"/>
                  </a:lnTo>
                  <a:lnTo>
                    <a:pt x="438" y="167"/>
                  </a:lnTo>
                  <a:lnTo>
                    <a:pt x="438" y="191"/>
                  </a:lnTo>
                  <a:lnTo>
                    <a:pt x="438" y="533"/>
                  </a:lnTo>
                  <a:lnTo>
                    <a:pt x="359" y="5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23"/>
            <p:cNvSpPr/>
            <p:nvPr/>
          </p:nvSpPr>
          <p:spPr>
            <a:xfrm>
              <a:off x="395" y="3119"/>
              <a:ext cx="18" cy="24"/>
            </a:xfrm>
            <a:custGeom>
              <a:avLst/>
              <a:gdLst/>
              <a:ahLst/>
              <a:cxnLst/>
              <a:rect l="l" t="t" r="r" b="b"/>
              <a:pathLst>
                <a:path w="421" h="541" extrusionOk="0">
                  <a:moveTo>
                    <a:pt x="362" y="532"/>
                  </a:moveTo>
                  <a:lnTo>
                    <a:pt x="346" y="458"/>
                  </a:lnTo>
                  <a:lnTo>
                    <a:pt x="342" y="458"/>
                  </a:lnTo>
                  <a:lnTo>
                    <a:pt x="332" y="469"/>
                  </a:lnTo>
                  <a:lnTo>
                    <a:pt x="322" y="479"/>
                  </a:lnTo>
                  <a:lnTo>
                    <a:pt x="312" y="490"/>
                  </a:lnTo>
                  <a:lnTo>
                    <a:pt x="303" y="498"/>
                  </a:lnTo>
                  <a:lnTo>
                    <a:pt x="294" y="506"/>
                  </a:lnTo>
                  <a:lnTo>
                    <a:pt x="283" y="513"/>
                  </a:lnTo>
                  <a:lnTo>
                    <a:pt x="274" y="519"/>
                  </a:lnTo>
                  <a:lnTo>
                    <a:pt x="264" y="524"/>
                  </a:lnTo>
                  <a:lnTo>
                    <a:pt x="254" y="528"/>
                  </a:lnTo>
                  <a:lnTo>
                    <a:pt x="243" y="532"/>
                  </a:lnTo>
                  <a:lnTo>
                    <a:pt x="232" y="534"/>
                  </a:lnTo>
                  <a:lnTo>
                    <a:pt x="220" y="537"/>
                  </a:lnTo>
                  <a:lnTo>
                    <a:pt x="208" y="539"/>
                  </a:lnTo>
                  <a:lnTo>
                    <a:pt x="194" y="540"/>
                  </a:lnTo>
                  <a:lnTo>
                    <a:pt x="181" y="541"/>
                  </a:lnTo>
                  <a:lnTo>
                    <a:pt x="166" y="541"/>
                  </a:lnTo>
                  <a:lnTo>
                    <a:pt x="148" y="540"/>
                  </a:lnTo>
                  <a:lnTo>
                    <a:pt x="129" y="539"/>
                  </a:lnTo>
                  <a:lnTo>
                    <a:pt x="113" y="536"/>
                  </a:lnTo>
                  <a:lnTo>
                    <a:pt x="97" y="531"/>
                  </a:lnTo>
                  <a:lnTo>
                    <a:pt x="83" y="526"/>
                  </a:lnTo>
                  <a:lnTo>
                    <a:pt x="68" y="519"/>
                  </a:lnTo>
                  <a:lnTo>
                    <a:pt x="56" y="510"/>
                  </a:lnTo>
                  <a:lnTo>
                    <a:pt x="44" y="501"/>
                  </a:lnTo>
                  <a:lnTo>
                    <a:pt x="34" y="491"/>
                  </a:lnTo>
                  <a:lnTo>
                    <a:pt x="25" y="479"/>
                  </a:lnTo>
                  <a:lnTo>
                    <a:pt x="18" y="466"/>
                  </a:lnTo>
                  <a:lnTo>
                    <a:pt x="11" y="452"/>
                  </a:lnTo>
                  <a:lnTo>
                    <a:pt x="6" y="438"/>
                  </a:lnTo>
                  <a:lnTo>
                    <a:pt x="3" y="421"/>
                  </a:lnTo>
                  <a:lnTo>
                    <a:pt x="1" y="405"/>
                  </a:lnTo>
                  <a:lnTo>
                    <a:pt x="0" y="387"/>
                  </a:lnTo>
                  <a:lnTo>
                    <a:pt x="0" y="377"/>
                  </a:lnTo>
                  <a:lnTo>
                    <a:pt x="1" y="368"/>
                  </a:lnTo>
                  <a:lnTo>
                    <a:pt x="2" y="358"/>
                  </a:lnTo>
                  <a:lnTo>
                    <a:pt x="4" y="349"/>
                  </a:lnTo>
                  <a:lnTo>
                    <a:pt x="6" y="341"/>
                  </a:lnTo>
                  <a:lnTo>
                    <a:pt x="9" y="333"/>
                  </a:lnTo>
                  <a:lnTo>
                    <a:pt x="12" y="324"/>
                  </a:lnTo>
                  <a:lnTo>
                    <a:pt x="16" y="317"/>
                  </a:lnTo>
                  <a:lnTo>
                    <a:pt x="21" y="310"/>
                  </a:lnTo>
                  <a:lnTo>
                    <a:pt x="25" y="303"/>
                  </a:lnTo>
                  <a:lnTo>
                    <a:pt x="30" y="295"/>
                  </a:lnTo>
                  <a:lnTo>
                    <a:pt x="36" y="289"/>
                  </a:lnTo>
                  <a:lnTo>
                    <a:pt x="42" y="283"/>
                  </a:lnTo>
                  <a:lnTo>
                    <a:pt x="49" y="277"/>
                  </a:lnTo>
                  <a:lnTo>
                    <a:pt x="56" y="272"/>
                  </a:lnTo>
                  <a:lnTo>
                    <a:pt x="64" y="266"/>
                  </a:lnTo>
                  <a:lnTo>
                    <a:pt x="81" y="256"/>
                  </a:lnTo>
                  <a:lnTo>
                    <a:pt x="99" y="248"/>
                  </a:lnTo>
                  <a:lnTo>
                    <a:pt x="120" y="241"/>
                  </a:lnTo>
                  <a:lnTo>
                    <a:pt x="143" y="234"/>
                  </a:lnTo>
                  <a:lnTo>
                    <a:pt x="167" y="229"/>
                  </a:lnTo>
                  <a:lnTo>
                    <a:pt x="194" y="225"/>
                  </a:lnTo>
                  <a:lnTo>
                    <a:pt x="223" y="222"/>
                  </a:lnTo>
                  <a:lnTo>
                    <a:pt x="254" y="221"/>
                  </a:lnTo>
                  <a:lnTo>
                    <a:pt x="343" y="218"/>
                  </a:lnTo>
                  <a:lnTo>
                    <a:pt x="343" y="185"/>
                  </a:lnTo>
                  <a:lnTo>
                    <a:pt x="342" y="170"/>
                  </a:lnTo>
                  <a:lnTo>
                    <a:pt x="341" y="157"/>
                  </a:lnTo>
                  <a:lnTo>
                    <a:pt x="339" y="144"/>
                  </a:lnTo>
                  <a:lnTo>
                    <a:pt x="336" y="132"/>
                  </a:lnTo>
                  <a:lnTo>
                    <a:pt x="333" y="121"/>
                  </a:lnTo>
                  <a:lnTo>
                    <a:pt x="328" y="112"/>
                  </a:lnTo>
                  <a:lnTo>
                    <a:pt x="322" y="102"/>
                  </a:lnTo>
                  <a:lnTo>
                    <a:pt x="316" y="95"/>
                  </a:lnTo>
                  <a:lnTo>
                    <a:pt x="309" y="88"/>
                  </a:lnTo>
                  <a:lnTo>
                    <a:pt x="301" y="82"/>
                  </a:lnTo>
                  <a:lnTo>
                    <a:pt x="292" y="76"/>
                  </a:lnTo>
                  <a:lnTo>
                    <a:pt x="282" y="72"/>
                  </a:lnTo>
                  <a:lnTo>
                    <a:pt x="271" y="69"/>
                  </a:lnTo>
                  <a:lnTo>
                    <a:pt x="258" y="67"/>
                  </a:lnTo>
                  <a:lnTo>
                    <a:pt x="246" y="66"/>
                  </a:lnTo>
                  <a:lnTo>
                    <a:pt x="232" y="65"/>
                  </a:lnTo>
                  <a:lnTo>
                    <a:pt x="215" y="66"/>
                  </a:lnTo>
                  <a:lnTo>
                    <a:pt x="197" y="68"/>
                  </a:lnTo>
                  <a:lnTo>
                    <a:pt x="180" y="71"/>
                  </a:lnTo>
                  <a:lnTo>
                    <a:pt x="161" y="75"/>
                  </a:lnTo>
                  <a:lnTo>
                    <a:pt x="143" y="81"/>
                  </a:lnTo>
                  <a:lnTo>
                    <a:pt x="124" y="88"/>
                  </a:lnTo>
                  <a:lnTo>
                    <a:pt x="103" y="96"/>
                  </a:lnTo>
                  <a:lnTo>
                    <a:pt x="84" y="105"/>
                  </a:lnTo>
                  <a:lnTo>
                    <a:pt x="59" y="44"/>
                  </a:lnTo>
                  <a:lnTo>
                    <a:pt x="79" y="35"/>
                  </a:lnTo>
                  <a:lnTo>
                    <a:pt x="99" y="26"/>
                  </a:lnTo>
                  <a:lnTo>
                    <a:pt x="121" y="19"/>
                  </a:lnTo>
                  <a:lnTo>
                    <a:pt x="144" y="11"/>
                  </a:lnTo>
                  <a:lnTo>
                    <a:pt x="166" y="6"/>
                  </a:lnTo>
                  <a:lnTo>
                    <a:pt x="190" y="3"/>
                  </a:lnTo>
                  <a:lnTo>
                    <a:pt x="213" y="1"/>
                  </a:lnTo>
                  <a:lnTo>
                    <a:pt x="237" y="0"/>
                  </a:lnTo>
                  <a:lnTo>
                    <a:pt x="259" y="1"/>
                  </a:lnTo>
                  <a:lnTo>
                    <a:pt x="280" y="2"/>
                  </a:lnTo>
                  <a:lnTo>
                    <a:pt x="300" y="6"/>
                  </a:lnTo>
                  <a:lnTo>
                    <a:pt x="318" y="10"/>
                  </a:lnTo>
                  <a:lnTo>
                    <a:pt x="335" y="16"/>
                  </a:lnTo>
                  <a:lnTo>
                    <a:pt x="349" y="24"/>
                  </a:lnTo>
                  <a:lnTo>
                    <a:pt x="363" y="32"/>
                  </a:lnTo>
                  <a:lnTo>
                    <a:pt x="375" y="41"/>
                  </a:lnTo>
                  <a:lnTo>
                    <a:pt x="380" y="46"/>
                  </a:lnTo>
                  <a:lnTo>
                    <a:pt x="386" y="53"/>
                  </a:lnTo>
                  <a:lnTo>
                    <a:pt x="391" y="59"/>
                  </a:lnTo>
                  <a:lnTo>
                    <a:pt x="395" y="65"/>
                  </a:lnTo>
                  <a:lnTo>
                    <a:pt x="403" y="79"/>
                  </a:lnTo>
                  <a:lnTo>
                    <a:pt x="409" y="95"/>
                  </a:lnTo>
                  <a:lnTo>
                    <a:pt x="414" y="113"/>
                  </a:lnTo>
                  <a:lnTo>
                    <a:pt x="418" y="132"/>
                  </a:lnTo>
                  <a:lnTo>
                    <a:pt x="420" y="153"/>
                  </a:lnTo>
                  <a:lnTo>
                    <a:pt x="421" y="175"/>
                  </a:lnTo>
                  <a:lnTo>
                    <a:pt x="421" y="532"/>
                  </a:lnTo>
                  <a:lnTo>
                    <a:pt x="362" y="532"/>
                  </a:lnTo>
                  <a:close/>
                  <a:moveTo>
                    <a:pt x="182" y="476"/>
                  </a:moveTo>
                  <a:lnTo>
                    <a:pt x="201" y="475"/>
                  </a:lnTo>
                  <a:lnTo>
                    <a:pt x="217" y="473"/>
                  </a:lnTo>
                  <a:lnTo>
                    <a:pt x="234" y="470"/>
                  </a:lnTo>
                  <a:lnTo>
                    <a:pt x="248" y="466"/>
                  </a:lnTo>
                  <a:lnTo>
                    <a:pt x="263" y="460"/>
                  </a:lnTo>
                  <a:lnTo>
                    <a:pt x="276" y="453"/>
                  </a:lnTo>
                  <a:lnTo>
                    <a:pt x="287" y="445"/>
                  </a:lnTo>
                  <a:lnTo>
                    <a:pt x="299" y="435"/>
                  </a:lnTo>
                  <a:lnTo>
                    <a:pt x="309" y="425"/>
                  </a:lnTo>
                  <a:lnTo>
                    <a:pt x="317" y="413"/>
                  </a:lnTo>
                  <a:lnTo>
                    <a:pt x="325" y="401"/>
                  </a:lnTo>
                  <a:lnTo>
                    <a:pt x="331" y="386"/>
                  </a:lnTo>
                  <a:lnTo>
                    <a:pt x="335" y="372"/>
                  </a:lnTo>
                  <a:lnTo>
                    <a:pt x="338" y="356"/>
                  </a:lnTo>
                  <a:lnTo>
                    <a:pt x="340" y="340"/>
                  </a:lnTo>
                  <a:lnTo>
                    <a:pt x="341" y="321"/>
                  </a:lnTo>
                  <a:lnTo>
                    <a:pt x="341" y="275"/>
                  </a:lnTo>
                  <a:lnTo>
                    <a:pt x="261" y="278"/>
                  </a:lnTo>
                  <a:lnTo>
                    <a:pt x="239" y="279"/>
                  </a:lnTo>
                  <a:lnTo>
                    <a:pt x="218" y="281"/>
                  </a:lnTo>
                  <a:lnTo>
                    <a:pt x="198" y="284"/>
                  </a:lnTo>
                  <a:lnTo>
                    <a:pt x="180" y="287"/>
                  </a:lnTo>
                  <a:lnTo>
                    <a:pt x="164" y="291"/>
                  </a:lnTo>
                  <a:lnTo>
                    <a:pt x="150" y="295"/>
                  </a:lnTo>
                  <a:lnTo>
                    <a:pt x="136" y="301"/>
                  </a:lnTo>
                  <a:lnTo>
                    <a:pt x="125" y="307"/>
                  </a:lnTo>
                  <a:lnTo>
                    <a:pt x="116" y="314"/>
                  </a:lnTo>
                  <a:lnTo>
                    <a:pt x="106" y="322"/>
                  </a:lnTo>
                  <a:lnTo>
                    <a:pt x="99" y="331"/>
                  </a:lnTo>
                  <a:lnTo>
                    <a:pt x="94" y="341"/>
                  </a:lnTo>
                  <a:lnTo>
                    <a:pt x="89" y="351"/>
                  </a:lnTo>
                  <a:lnTo>
                    <a:pt x="86" y="363"/>
                  </a:lnTo>
                  <a:lnTo>
                    <a:pt x="84" y="375"/>
                  </a:lnTo>
                  <a:lnTo>
                    <a:pt x="84" y="388"/>
                  </a:lnTo>
                  <a:lnTo>
                    <a:pt x="84" y="399"/>
                  </a:lnTo>
                  <a:lnTo>
                    <a:pt x="85" y="408"/>
                  </a:lnTo>
                  <a:lnTo>
                    <a:pt x="87" y="417"/>
                  </a:lnTo>
                  <a:lnTo>
                    <a:pt x="90" y="426"/>
                  </a:lnTo>
                  <a:lnTo>
                    <a:pt x="93" y="434"/>
                  </a:lnTo>
                  <a:lnTo>
                    <a:pt x="98" y="441"/>
                  </a:lnTo>
                  <a:lnTo>
                    <a:pt x="103" y="447"/>
                  </a:lnTo>
                  <a:lnTo>
                    <a:pt x="110" y="453"/>
                  </a:lnTo>
                  <a:lnTo>
                    <a:pt x="116" y="459"/>
                  </a:lnTo>
                  <a:lnTo>
                    <a:pt x="124" y="463"/>
                  </a:lnTo>
                  <a:lnTo>
                    <a:pt x="132" y="467"/>
                  </a:lnTo>
                  <a:lnTo>
                    <a:pt x="141" y="470"/>
                  </a:lnTo>
                  <a:lnTo>
                    <a:pt x="150" y="473"/>
                  </a:lnTo>
                  <a:lnTo>
                    <a:pt x="160" y="474"/>
                  </a:lnTo>
                  <a:lnTo>
                    <a:pt x="171" y="475"/>
                  </a:lnTo>
                  <a:lnTo>
                    <a:pt x="182" y="4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3"/>
            <p:cNvSpPr/>
            <p:nvPr/>
          </p:nvSpPr>
          <p:spPr>
            <a:xfrm>
              <a:off x="419" y="3119"/>
              <a:ext cx="16" cy="24"/>
            </a:xfrm>
            <a:custGeom>
              <a:avLst/>
              <a:gdLst/>
              <a:ahLst/>
              <a:cxnLst/>
              <a:rect l="l" t="t" r="r" b="b"/>
              <a:pathLst>
                <a:path w="371" h="542" extrusionOk="0">
                  <a:moveTo>
                    <a:pt x="371" y="390"/>
                  </a:moveTo>
                  <a:lnTo>
                    <a:pt x="371" y="408"/>
                  </a:lnTo>
                  <a:lnTo>
                    <a:pt x="368" y="424"/>
                  </a:lnTo>
                  <a:lnTo>
                    <a:pt x="364" y="440"/>
                  </a:lnTo>
                  <a:lnTo>
                    <a:pt x="358" y="454"/>
                  </a:lnTo>
                  <a:lnTo>
                    <a:pt x="350" y="468"/>
                  </a:lnTo>
                  <a:lnTo>
                    <a:pt x="341" y="481"/>
                  </a:lnTo>
                  <a:lnTo>
                    <a:pt x="330" y="493"/>
                  </a:lnTo>
                  <a:lnTo>
                    <a:pt x="317" y="503"/>
                  </a:lnTo>
                  <a:lnTo>
                    <a:pt x="303" y="512"/>
                  </a:lnTo>
                  <a:lnTo>
                    <a:pt x="287" y="521"/>
                  </a:lnTo>
                  <a:lnTo>
                    <a:pt x="270" y="527"/>
                  </a:lnTo>
                  <a:lnTo>
                    <a:pt x="251" y="532"/>
                  </a:lnTo>
                  <a:lnTo>
                    <a:pt x="231" y="537"/>
                  </a:lnTo>
                  <a:lnTo>
                    <a:pt x="210" y="540"/>
                  </a:lnTo>
                  <a:lnTo>
                    <a:pt x="188" y="541"/>
                  </a:lnTo>
                  <a:lnTo>
                    <a:pt x="163" y="542"/>
                  </a:lnTo>
                  <a:lnTo>
                    <a:pt x="138" y="542"/>
                  </a:lnTo>
                  <a:lnTo>
                    <a:pt x="115" y="540"/>
                  </a:lnTo>
                  <a:lnTo>
                    <a:pt x="92" y="538"/>
                  </a:lnTo>
                  <a:lnTo>
                    <a:pt x="71" y="534"/>
                  </a:lnTo>
                  <a:lnTo>
                    <a:pt x="52" y="530"/>
                  </a:lnTo>
                  <a:lnTo>
                    <a:pt x="33" y="524"/>
                  </a:lnTo>
                  <a:lnTo>
                    <a:pt x="16" y="517"/>
                  </a:lnTo>
                  <a:lnTo>
                    <a:pt x="1" y="509"/>
                  </a:lnTo>
                  <a:lnTo>
                    <a:pt x="1" y="436"/>
                  </a:lnTo>
                  <a:lnTo>
                    <a:pt x="21" y="445"/>
                  </a:lnTo>
                  <a:lnTo>
                    <a:pt x="40" y="452"/>
                  </a:lnTo>
                  <a:lnTo>
                    <a:pt x="61" y="460"/>
                  </a:lnTo>
                  <a:lnTo>
                    <a:pt x="83" y="466"/>
                  </a:lnTo>
                  <a:lnTo>
                    <a:pt x="103" y="471"/>
                  </a:lnTo>
                  <a:lnTo>
                    <a:pt x="125" y="474"/>
                  </a:lnTo>
                  <a:lnTo>
                    <a:pt x="146" y="476"/>
                  </a:lnTo>
                  <a:lnTo>
                    <a:pt x="165" y="477"/>
                  </a:lnTo>
                  <a:lnTo>
                    <a:pt x="181" y="476"/>
                  </a:lnTo>
                  <a:lnTo>
                    <a:pt x="195" y="475"/>
                  </a:lnTo>
                  <a:lnTo>
                    <a:pt x="209" y="474"/>
                  </a:lnTo>
                  <a:lnTo>
                    <a:pt x="221" y="472"/>
                  </a:lnTo>
                  <a:lnTo>
                    <a:pt x="232" y="469"/>
                  </a:lnTo>
                  <a:lnTo>
                    <a:pt x="243" y="466"/>
                  </a:lnTo>
                  <a:lnTo>
                    <a:pt x="252" y="462"/>
                  </a:lnTo>
                  <a:lnTo>
                    <a:pt x="261" y="457"/>
                  </a:lnTo>
                  <a:lnTo>
                    <a:pt x="270" y="451"/>
                  </a:lnTo>
                  <a:lnTo>
                    <a:pt x="276" y="446"/>
                  </a:lnTo>
                  <a:lnTo>
                    <a:pt x="282" y="439"/>
                  </a:lnTo>
                  <a:lnTo>
                    <a:pt x="286" y="432"/>
                  </a:lnTo>
                  <a:lnTo>
                    <a:pt x="290" y="424"/>
                  </a:lnTo>
                  <a:lnTo>
                    <a:pt x="292" y="415"/>
                  </a:lnTo>
                  <a:lnTo>
                    <a:pt x="294" y="407"/>
                  </a:lnTo>
                  <a:lnTo>
                    <a:pt x="294" y="397"/>
                  </a:lnTo>
                  <a:lnTo>
                    <a:pt x="294" y="389"/>
                  </a:lnTo>
                  <a:lnTo>
                    <a:pt x="293" y="382"/>
                  </a:lnTo>
                  <a:lnTo>
                    <a:pt x="291" y="375"/>
                  </a:lnTo>
                  <a:lnTo>
                    <a:pt x="288" y="369"/>
                  </a:lnTo>
                  <a:lnTo>
                    <a:pt x="284" y="361"/>
                  </a:lnTo>
                  <a:lnTo>
                    <a:pt x="280" y="356"/>
                  </a:lnTo>
                  <a:lnTo>
                    <a:pt x="275" y="350"/>
                  </a:lnTo>
                  <a:lnTo>
                    <a:pt x="269" y="344"/>
                  </a:lnTo>
                  <a:lnTo>
                    <a:pt x="260" y="339"/>
                  </a:lnTo>
                  <a:lnTo>
                    <a:pt x="252" y="333"/>
                  </a:lnTo>
                  <a:lnTo>
                    <a:pt x="241" y="327"/>
                  </a:lnTo>
                  <a:lnTo>
                    <a:pt x="229" y="321"/>
                  </a:lnTo>
                  <a:lnTo>
                    <a:pt x="200" y="308"/>
                  </a:lnTo>
                  <a:lnTo>
                    <a:pt x="164" y="293"/>
                  </a:lnTo>
                  <a:lnTo>
                    <a:pt x="131" y="280"/>
                  </a:lnTo>
                  <a:lnTo>
                    <a:pt x="102" y="267"/>
                  </a:lnTo>
                  <a:lnTo>
                    <a:pt x="78" y="256"/>
                  </a:lnTo>
                  <a:lnTo>
                    <a:pt x="61" y="246"/>
                  </a:lnTo>
                  <a:lnTo>
                    <a:pt x="46" y="235"/>
                  </a:lnTo>
                  <a:lnTo>
                    <a:pt x="34" y="224"/>
                  </a:lnTo>
                  <a:lnTo>
                    <a:pt x="24" y="212"/>
                  </a:lnTo>
                  <a:lnTo>
                    <a:pt x="14" y="199"/>
                  </a:lnTo>
                  <a:lnTo>
                    <a:pt x="11" y="193"/>
                  </a:lnTo>
                  <a:lnTo>
                    <a:pt x="8" y="186"/>
                  </a:lnTo>
                  <a:lnTo>
                    <a:pt x="5" y="179"/>
                  </a:lnTo>
                  <a:lnTo>
                    <a:pt x="3" y="171"/>
                  </a:lnTo>
                  <a:lnTo>
                    <a:pt x="1" y="155"/>
                  </a:lnTo>
                  <a:lnTo>
                    <a:pt x="0" y="138"/>
                  </a:lnTo>
                  <a:lnTo>
                    <a:pt x="1" y="122"/>
                  </a:lnTo>
                  <a:lnTo>
                    <a:pt x="3" y="107"/>
                  </a:lnTo>
                  <a:lnTo>
                    <a:pt x="7" y="94"/>
                  </a:lnTo>
                  <a:lnTo>
                    <a:pt x="12" y="80"/>
                  </a:lnTo>
                  <a:lnTo>
                    <a:pt x="21" y="68"/>
                  </a:lnTo>
                  <a:lnTo>
                    <a:pt x="29" y="57"/>
                  </a:lnTo>
                  <a:lnTo>
                    <a:pt x="39" y="46"/>
                  </a:lnTo>
                  <a:lnTo>
                    <a:pt x="52" y="37"/>
                  </a:lnTo>
                  <a:lnTo>
                    <a:pt x="65" y="28"/>
                  </a:lnTo>
                  <a:lnTo>
                    <a:pt x="81" y="21"/>
                  </a:lnTo>
                  <a:lnTo>
                    <a:pt x="96" y="14"/>
                  </a:lnTo>
                  <a:lnTo>
                    <a:pt x="114" y="9"/>
                  </a:lnTo>
                  <a:lnTo>
                    <a:pt x="132" y="5"/>
                  </a:lnTo>
                  <a:lnTo>
                    <a:pt x="152" y="2"/>
                  </a:lnTo>
                  <a:lnTo>
                    <a:pt x="172" y="1"/>
                  </a:lnTo>
                  <a:lnTo>
                    <a:pt x="195" y="0"/>
                  </a:lnTo>
                  <a:lnTo>
                    <a:pt x="216" y="0"/>
                  </a:lnTo>
                  <a:lnTo>
                    <a:pt x="237" y="2"/>
                  </a:lnTo>
                  <a:lnTo>
                    <a:pt x="257" y="5"/>
                  </a:lnTo>
                  <a:lnTo>
                    <a:pt x="279" y="8"/>
                  </a:lnTo>
                  <a:lnTo>
                    <a:pt x="299" y="13"/>
                  </a:lnTo>
                  <a:lnTo>
                    <a:pt x="319" y="20"/>
                  </a:lnTo>
                  <a:lnTo>
                    <a:pt x="340" y="26"/>
                  </a:lnTo>
                  <a:lnTo>
                    <a:pt x="361" y="34"/>
                  </a:lnTo>
                  <a:lnTo>
                    <a:pt x="332" y="99"/>
                  </a:lnTo>
                  <a:lnTo>
                    <a:pt x="312" y="91"/>
                  </a:lnTo>
                  <a:lnTo>
                    <a:pt x="293" y="85"/>
                  </a:lnTo>
                  <a:lnTo>
                    <a:pt x="275" y="79"/>
                  </a:lnTo>
                  <a:lnTo>
                    <a:pt x="257" y="74"/>
                  </a:lnTo>
                  <a:lnTo>
                    <a:pt x="240" y="71"/>
                  </a:lnTo>
                  <a:lnTo>
                    <a:pt x="222" y="68"/>
                  </a:lnTo>
                  <a:lnTo>
                    <a:pt x="206" y="67"/>
                  </a:lnTo>
                  <a:lnTo>
                    <a:pt x="189" y="66"/>
                  </a:lnTo>
                  <a:lnTo>
                    <a:pt x="176" y="67"/>
                  </a:lnTo>
                  <a:lnTo>
                    <a:pt x="162" y="67"/>
                  </a:lnTo>
                  <a:lnTo>
                    <a:pt x="151" y="69"/>
                  </a:lnTo>
                  <a:lnTo>
                    <a:pt x="139" y="71"/>
                  </a:lnTo>
                  <a:lnTo>
                    <a:pt x="129" y="73"/>
                  </a:lnTo>
                  <a:lnTo>
                    <a:pt x="120" y="76"/>
                  </a:lnTo>
                  <a:lnTo>
                    <a:pt x="112" y="79"/>
                  </a:lnTo>
                  <a:lnTo>
                    <a:pt x="104" y="84"/>
                  </a:lnTo>
                  <a:lnTo>
                    <a:pt x="97" y="89"/>
                  </a:lnTo>
                  <a:lnTo>
                    <a:pt x="91" y="94"/>
                  </a:lnTo>
                  <a:lnTo>
                    <a:pt x="87" y="99"/>
                  </a:lnTo>
                  <a:lnTo>
                    <a:pt x="83" y="105"/>
                  </a:lnTo>
                  <a:lnTo>
                    <a:pt x="79" y="111"/>
                  </a:lnTo>
                  <a:lnTo>
                    <a:pt x="77" y="118"/>
                  </a:lnTo>
                  <a:lnTo>
                    <a:pt x="75" y="125"/>
                  </a:lnTo>
                  <a:lnTo>
                    <a:pt x="75" y="132"/>
                  </a:lnTo>
                  <a:lnTo>
                    <a:pt x="75" y="142"/>
                  </a:lnTo>
                  <a:lnTo>
                    <a:pt x="77" y="152"/>
                  </a:lnTo>
                  <a:lnTo>
                    <a:pt x="82" y="161"/>
                  </a:lnTo>
                  <a:lnTo>
                    <a:pt x="86" y="168"/>
                  </a:lnTo>
                  <a:lnTo>
                    <a:pt x="92" y="176"/>
                  </a:lnTo>
                  <a:lnTo>
                    <a:pt x="100" y="183"/>
                  </a:lnTo>
                  <a:lnTo>
                    <a:pt x="109" y="190"/>
                  </a:lnTo>
                  <a:lnTo>
                    <a:pt x="121" y="196"/>
                  </a:lnTo>
                  <a:lnTo>
                    <a:pt x="135" y="204"/>
                  </a:lnTo>
                  <a:lnTo>
                    <a:pt x="156" y="213"/>
                  </a:lnTo>
                  <a:lnTo>
                    <a:pt x="181" y="223"/>
                  </a:lnTo>
                  <a:lnTo>
                    <a:pt x="213" y="235"/>
                  </a:lnTo>
                  <a:lnTo>
                    <a:pt x="235" y="244"/>
                  </a:lnTo>
                  <a:lnTo>
                    <a:pt x="255" y="252"/>
                  </a:lnTo>
                  <a:lnTo>
                    <a:pt x="274" y="261"/>
                  </a:lnTo>
                  <a:lnTo>
                    <a:pt x="290" y="270"/>
                  </a:lnTo>
                  <a:lnTo>
                    <a:pt x="306" y="278"/>
                  </a:lnTo>
                  <a:lnTo>
                    <a:pt x="318" y="286"/>
                  </a:lnTo>
                  <a:lnTo>
                    <a:pt x="330" y="295"/>
                  </a:lnTo>
                  <a:lnTo>
                    <a:pt x="339" y="304"/>
                  </a:lnTo>
                  <a:lnTo>
                    <a:pt x="346" y="312"/>
                  </a:lnTo>
                  <a:lnTo>
                    <a:pt x="352" y="322"/>
                  </a:lnTo>
                  <a:lnTo>
                    <a:pt x="359" y="332"/>
                  </a:lnTo>
                  <a:lnTo>
                    <a:pt x="363" y="342"/>
                  </a:lnTo>
                  <a:lnTo>
                    <a:pt x="367" y="353"/>
                  </a:lnTo>
                  <a:lnTo>
                    <a:pt x="369" y="365"/>
                  </a:lnTo>
                  <a:lnTo>
                    <a:pt x="371" y="377"/>
                  </a:lnTo>
                  <a:lnTo>
                    <a:pt x="371" y="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23"/>
            <p:cNvSpPr/>
            <p:nvPr/>
          </p:nvSpPr>
          <p:spPr>
            <a:xfrm>
              <a:off x="68" y="3004"/>
              <a:ext cx="140" cy="187"/>
            </a:xfrm>
            <a:custGeom>
              <a:avLst/>
              <a:gdLst/>
              <a:ahLst/>
              <a:cxnLst/>
              <a:rect l="l" t="t" r="r" b="b"/>
              <a:pathLst>
                <a:path w="3207" h="4308" extrusionOk="0">
                  <a:moveTo>
                    <a:pt x="3057" y="2204"/>
                  </a:moveTo>
                  <a:lnTo>
                    <a:pt x="3072" y="2205"/>
                  </a:lnTo>
                  <a:lnTo>
                    <a:pt x="3087" y="2207"/>
                  </a:lnTo>
                  <a:lnTo>
                    <a:pt x="3102" y="2211"/>
                  </a:lnTo>
                  <a:lnTo>
                    <a:pt x="3115" y="2216"/>
                  </a:lnTo>
                  <a:lnTo>
                    <a:pt x="3129" y="2222"/>
                  </a:lnTo>
                  <a:lnTo>
                    <a:pt x="3141" y="2229"/>
                  </a:lnTo>
                  <a:lnTo>
                    <a:pt x="3152" y="2239"/>
                  </a:lnTo>
                  <a:lnTo>
                    <a:pt x="3163" y="2248"/>
                  </a:lnTo>
                  <a:lnTo>
                    <a:pt x="3173" y="2258"/>
                  </a:lnTo>
                  <a:lnTo>
                    <a:pt x="3181" y="2271"/>
                  </a:lnTo>
                  <a:lnTo>
                    <a:pt x="3189" y="2283"/>
                  </a:lnTo>
                  <a:lnTo>
                    <a:pt x="3196" y="2296"/>
                  </a:lnTo>
                  <a:lnTo>
                    <a:pt x="3200" y="2310"/>
                  </a:lnTo>
                  <a:lnTo>
                    <a:pt x="3204" y="2325"/>
                  </a:lnTo>
                  <a:lnTo>
                    <a:pt x="3206" y="2339"/>
                  </a:lnTo>
                  <a:lnTo>
                    <a:pt x="3207" y="2354"/>
                  </a:lnTo>
                  <a:lnTo>
                    <a:pt x="3207" y="3056"/>
                  </a:lnTo>
                  <a:lnTo>
                    <a:pt x="3206" y="3071"/>
                  </a:lnTo>
                  <a:lnTo>
                    <a:pt x="3204" y="3086"/>
                  </a:lnTo>
                  <a:lnTo>
                    <a:pt x="3200" y="3100"/>
                  </a:lnTo>
                  <a:lnTo>
                    <a:pt x="3196" y="3114"/>
                  </a:lnTo>
                  <a:lnTo>
                    <a:pt x="3189" y="3127"/>
                  </a:lnTo>
                  <a:lnTo>
                    <a:pt x="3181" y="3140"/>
                  </a:lnTo>
                  <a:lnTo>
                    <a:pt x="3173" y="3151"/>
                  </a:lnTo>
                  <a:lnTo>
                    <a:pt x="3163" y="3162"/>
                  </a:lnTo>
                  <a:lnTo>
                    <a:pt x="3152" y="3172"/>
                  </a:lnTo>
                  <a:lnTo>
                    <a:pt x="3141" y="3180"/>
                  </a:lnTo>
                  <a:lnTo>
                    <a:pt x="3129" y="3188"/>
                  </a:lnTo>
                  <a:lnTo>
                    <a:pt x="3115" y="3194"/>
                  </a:lnTo>
                  <a:lnTo>
                    <a:pt x="3102" y="3200"/>
                  </a:lnTo>
                  <a:lnTo>
                    <a:pt x="3087" y="3203"/>
                  </a:lnTo>
                  <a:lnTo>
                    <a:pt x="3072" y="3205"/>
                  </a:lnTo>
                  <a:lnTo>
                    <a:pt x="3057" y="3206"/>
                  </a:lnTo>
                  <a:lnTo>
                    <a:pt x="2356" y="3206"/>
                  </a:lnTo>
                  <a:lnTo>
                    <a:pt x="2340" y="3205"/>
                  </a:lnTo>
                  <a:lnTo>
                    <a:pt x="2325" y="3203"/>
                  </a:lnTo>
                  <a:lnTo>
                    <a:pt x="2311" y="3200"/>
                  </a:lnTo>
                  <a:lnTo>
                    <a:pt x="2297" y="3194"/>
                  </a:lnTo>
                  <a:lnTo>
                    <a:pt x="2283" y="3188"/>
                  </a:lnTo>
                  <a:lnTo>
                    <a:pt x="2271" y="3180"/>
                  </a:lnTo>
                  <a:lnTo>
                    <a:pt x="2260" y="3172"/>
                  </a:lnTo>
                  <a:lnTo>
                    <a:pt x="2249" y="3162"/>
                  </a:lnTo>
                  <a:lnTo>
                    <a:pt x="2240" y="3151"/>
                  </a:lnTo>
                  <a:lnTo>
                    <a:pt x="2231" y="3140"/>
                  </a:lnTo>
                  <a:lnTo>
                    <a:pt x="2223" y="3127"/>
                  </a:lnTo>
                  <a:lnTo>
                    <a:pt x="2217" y="3114"/>
                  </a:lnTo>
                  <a:lnTo>
                    <a:pt x="2212" y="3100"/>
                  </a:lnTo>
                  <a:lnTo>
                    <a:pt x="2208" y="3086"/>
                  </a:lnTo>
                  <a:lnTo>
                    <a:pt x="2206" y="3071"/>
                  </a:lnTo>
                  <a:lnTo>
                    <a:pt x="2205" y="3056"/>
                  </a:lnTo>
                  <a:lnTo>
                    <a:pt x="2205" y="2354"/>
                  </a:lnTo>
                  <a:lnTo>
                    <a:pt x="2206" y="2339"/>
                  </a:lnTo>
                  <a:lnTo>
                    <a:pt x="2208" y="2325"/>
                  </a:lnTo>
                  <a:lnTo>
                    <a:pt x="2212" y="2310"/>
                  </a:lnTo>
                  <a:lnTo>
                    <a:pt x="2217" y="2296"/>
                  </a:lnTo>
                  <a:lnTo>
                    <a:pt x="2223" y="2283"/>
                  </a:lnTo>
                  <a:lnTo>
                    <a:pt x="2231" y="2271"/>
                  </a:lnTo>
                  <a:lnTo>
                    <a:pt x="2240" y="2258"/>
                  </a:lnTo>
                  <a:lnTo>
                    <a:pt x="2249" y="2248"/>
                  </a:lnTo>
                  <a:lnTo>
                    <a:pt x="2260" y="2239"/>
                  </a:lnTo>
                  <a:lnTo>
                    <a:pt x="2271" y="2229"/>
                  </a:lnTo>
                  <a:lnTo>
                    <a:pt x="2283" y="2222"/>
                  </a:lnTo>
                  <a:lnTo>
                    <a:pt x="2297" y="2216"/>
                  </a:lnTo>
                  <a:lnTo>
                    <a:pt x="2311" y="2211"/>
                  </a:lnTo>
                  <a:lnTo>
                    <a:pt x="2325" y="2207"/>
                  </a:lnTo>
                  <a:lnTo>
                    <a:pt x="2340" y="2205"/>
                  </a:lnTo>
                  <a:lnTo>
                    <a:pt x="2356" y="2204"/>
                  </a:lnTo>
                  <a:lnTo>
                    <a:pt x="3057" y="2204"/>
                  </a:lnTo>
                  <a:close/>
                  <a:moveTo>
                    <a:pt x="852" y="3306"/>
                  </a:moveTo>
                  <a:lnTo>
                    <a:pt x="867" y="3307"/>
                  </a:lnTo>
                  <a:lnTo>
                    <a:pt x="883" y="3309"/>
                  </a:lnTo>
                  <a:lnTo>
                    <a:pt x="897" y="3313"/>
                  </a:lnTo>
                  <a:lnTo>
                    <a:pt x="911" y="3317"/>
                  </a:lnTo>
                  <a:lnTo>
                    <a:pt x="924" y="3325"/>
                  </a:lnTo>
                  <a:lnTo>
                    <a:pt x="937" y="3332"/>
                  </a:lnTo>
                  <a:lnTo>
                    <a:pt x="948" y="3340"/>
                  </a:lnTo>
                  <a:lnTo>
                    <a:pt x="958" y="3350"/>
                  </a:lnTo>
                  <a:lnTo>
                    <a:pt x="969" y="3361"/>
                  </a:lnTo>
                  <a:lnTo>
                    <a:pt x="977" y="3372"/>
                  </a:lnTo>
                  <a:lnTo>
                    <a:pt x="984" y="3384"/>
                  </a:lnTo>
                  <a:lnTo>
                    <a:pt x="990" y="3398"/>
                  </a:lnTo>
                  <a:lnTo>
                    <a:pt x="995" y="3411"/>
                  </a:lnTo>
                  <a:lnTo>
                    <a:pt x="1000" y="3426"/>
                  </a:lnTo>
                  <a:lnTo>
                    <a:pt x="1002" y="3441"/>
                  </a:lnTo>
                  <a:lnTo>
                    <a:pt x="1003" y="3457"/>
                  </a:lnTo>
                  <a:lnTo>
                    <a:pt x="1003" y="4157"/>
                  </a:lnTo>
                  <a:lnTo>
                    <a:pt x="1002" y="4173"/>
                  </a:lnTo>
                  <a:lnTo>
                    <a:pt x="1000" y="4188"/>
                  </a:lnTo>
                  <a:lnTo>
                    <a:pt x="995" y="4203"/>
                  </a:lnTo>
                  <a:lnTo>
                    <a:pt x="990" y="4216"/>
                  </a:lnTo>
                  <a:lnTo>
                    <a:pt x="984" y="4229"/>
                  </a:lnTo>
                  <a:lnTo>
                    <a:pt x="977" y="4242"/>
                  </a:lnTo>
                  <a:lnTo>
                    <a:pt x="969" y="4253"/>
                  </a:lnTo>
                  <a:lnTo>
                    <a:pt x="958" y="4264"/>
                  </a:lnTo>
                  <a:lnTo>
                    <a:pt x="948" y="4274"/>
                  </a:lnTo>
                  <a:lnTo>
                    <a:pt x="937" y="4282"/>
                  </a:lnTo>
                  <a:lnTo>
                    <a:pt x="924" y="4289"/>
                  </a:lnTo>
                  <a:lnTo>
                    <a:pt x="911" y="4296"/>
                  </a:lnTo>
                  <a:lnTo>
                    <a:pt x="897" y="4301"/>
                  </a:lnTo>
                  <a:lnTo>
                    <a:pt x="883" y="4305"/>
                  </a:lnTo>
                  <a:lnTo>
                    <a:pt x="867" y="4307"/>
                  </a:lnTo>
                  <a:lnTo>
                    <a:pt x="852" y="4308"/>
                  </a:lnTo>
                  <a:lnTo>
                    <a:pt x="151" y="4308"/>
                  </a:lnTo>
                  <a:lnTo>
                    <a:pt x="136" y="4307"/>
                  </a:lnTo>
                  <a:lnTo>
                    <a:pt x="120" y="4305"/>
                  </a:lnTo>
                  <a:lnTo>
                    <a:pt x="106" y="4301"/>
                  </a:lnTo>
                  <a:lnTo>
                    <a:pt x="92" y="4296"/>
                  </a:lnTo>
                  <a:lnTo>
                    <a:pt x="79" y="4289"/>
                  </a:lnTo>
                  <a:lnTo>
                    <a:pt x="66" y="4282"/>
                  </a:lnTo>
                  <a:lnTo>
                    <a:pt x="55" y="4274"/>
                  </a:lnTo>
                  <a:lnTo>
                    <a:pt x="45" y="4264"/>
                  </a:lnTo>
                  <a:lnTo>
                    <a:pt x="34" y="4253"/>
                  </a:lnTo>
                  <a:lnTo>
                    <a:pt x="26" y="4242"/>
                  </a:lnTo>
                  <a:lnTo>
                    <a:pt x="19" y="4229"/>
                  </a:lnTo>
                  <a:lnTo>
                    <a:pt x="13" y="4216"/>
                  </a:lnTo>
                  <a:lnTo>
                    <a:pt x="7" y="4203"/>
                  </a:lnTo>
                  <a:lnTo>
                    <a:pt x="3" y="4188"/>
                  </a:lnTo>
                  <a:lnTo>
                    <a:pt x="1" y="4173"/>
                  </a:lnTo>
                  <a:lnTo>
                    <a:pt x="0" y="4157"/>
                  </a:lnTo>
                  <a:lnTo>
                    <a:pt x="0" y="3457"/>
                  </a:lnTo>
                  <a:lnTo>
                    <a:pt x="1" y="3441"/>
                  </a:lnTo>
                  <a:lnTo>
                    <a:pt x="3" y="3426"/>
                  </a:lnTo>
                  <a:lnTo>
                    <a:pt x="7" y="3411"/>
                  </a:lnTo>
                  <a:lnTo>
                    <a:pt x="13" y="3398"/>
                  </a:lnTo>
                  <a:lnTo>
                    <a:pt x="19" y="3384"/>
                  </a:lnTo>
                  <a:lnTo>
                    <a:pt x="26" y="3372"/>
                  </a:lnTo>
                  <a:lnTo>
                    <a:pt x="34" y="3361"/>
                  </a:lnTo>
                  <a:lnTo>
                    <a:pt x="45" y="3350"/>
                  </a:lnTo>
                  <a:lnTo>
                    <a:pt x="55" y="3340"/>
                  </a:lnTo>
                  <a:lnTo>
                    <a:pt x="66" y="3332"/>
                  </a:lnTo>
                  <a:lnTo>
                    <a:pt x="79" y="3325"/>
                  </a:lnTo>
                  <a:lnTo>
                    <a:pt x="92" y="3317"/>
                  </a:lnTo>
                  <a:lnTo>
                    <a:pt x="106" y="3313"/>
                  </a:lnTo>
                  <a:lnTo>
                    <a:pt x="120" y="3309"/>
                  </a:lnTo>
                  <a:lnTo>
                    <a:pt x="136" y="3307"/>
                  </a:lnTo>
                  <a:lnTo>
                    <a:pt x="150" y="3306"/>
                  </a:lnTo>
                  <a:lnTo>
                    <a:pt x="852" y="3306"/>
                  </a:lnTo>
                  <a:close/>
                  <a:moveTo>
                    <a:pt x="852" y="1102"/>
                  </a:moveTo>
                  <a:lnTo>
                    <a:pt x="867" y="1102"/>
                  </a:lnTo>
                  <a:lnTo>
                    <a:pt x="883" y="1106"/>
                  </a:lnTo>
                  <a:lnTo>
                    <a:pt x="897" y="1109"/>
                  </a:lnTo>
                  <a:lnTo>
                    <a:pt x="911" y="1114"/>
                  </a:lnTo>
                  <a:lnTo>
                    <a:pt x="924" y="1120"/>
                  </a:lnTo>
                  <a:lnTo>
                    <a:pt x="937" y="1128"/>
                  </a:lnTo>
                  <a:lnTo>
                    <a:pt x="948" y="1136"/>
                  </a:lnTo>
                  <a:lnTo>
                    <a:pt x="958" y="1146"/>
                  </a:lnTo>
                  <a:lnTo>
                    <a:pt x="969" y="1157"/>
                  </a:lnTo>
                  <a:lnTo>
                    <a:pt x="977" y="1169"/>
                  </a:lnTo>
                  <a:lnTo>
                    <a:pt x="984" y="1181"/>
                  </a:lnTo>
                  <a:lnTo>
                    <a:pt x="990" y="1194"/>
                  </a:lnTo>
                  <a:lnTo>
                    <a:pt x="995" y="1208"/>
                  </a:lnTo>
                  <a:lnTo>
                    <a:pt x="1000" y="1222"/>
                  </a:lnTo>
                  <a:lnTo>
                    <a:pt x="1002" y="1237"/>
                  </a:lnTo>
                  <a:lnTo>
                    <a:pt x="1003" y="1252"/>
                  </a:lnTo>
                  <a:lnTo>
                    <a:pt x="1003" y="1954"/>
                  </a:lnTo>
                  <a:lnTo>
                    <a:pt x="1002" y="1969"/>
                  </a:lnTo>
                  <a:lnTo>
                    <a:pt x="1000" y="1984"/>
                  </a:lnTo>
                  <a:lnTo>
                    <a:pt x="995" y="1998"/>
                  </a:lnTo>
                  <a:lnTo>
                    <a:pt x="990" y="2013"/>
                  </a:lnTo>
                  <a:lnTo>
                    <a:pt x="984" y="2025"/>
                  </a:lnTo>
                  <a:lnTo>
                    <a:pt x="977" y="2037"/>
                  </a:lnTo>
                  <a:lnTo>
                    <a:pt x="969" y="2050"/>
                  </a:lnTo>
                  <a:lnTo>
                    <a:pt x="958" y="2060"/>
                  </a:lnTo>
                  <a:lnTo>
                    <a:pt x="948" y="2069"/>
                  </a:lnTo>
                  <a:lnTo>
                    <a:pt x="937" y="2079"/>
                  </a:lnTo>
                  <a:lnTo>
                    <a:pt x="924" y="2086"/>
                  </a:lnTo>
                  <a:lnTo>
                    <a:pt x="911" y="2092"/>
                  </a:lnTo>
                  <a:lnTo>
                    <a:pt x="897" y="2097"/>
                  </a:lnTo>
                  <a:lnTo>
                    <a:pt x="883" y="2101"/>
                  </a:lnTo>
                  <a:lnTo>
                    <a:pt x="867" y="2103"/>
                  </a:lnTo>
                  <a:lnTo>
                    <a:pt x="852" y="2104"/>
                  </a:lnTo>
                  <a:lnTo>
                    <a:pt x="151" y="2103"/>
                  </a:lnTo>
                  <a:lnTo>
                    <a:pt x="136" y="2103"/>
                  </a:lnTo>
                  <a:lnTo>
                    <a:pt x="120" y="2101"/>
                  </a:lnTo>
                  <a:lnTo>
                    <a:pt x="106" y="2097"/>
                  </a:lnTo>
                  <a:lnTo>
                    <a:pt x="92" y="2092"/>
                  </a:lnTo>
                  <a:lnTo>
                    <a:pt x="79" y="2086"/>
                  </a:lnTo>
                  <a:lnTo>
                    <a:pt x="66" y="2079"/>
                  </a:lnTo>
                  <a:lnTo>
                    <a:pt x="55" y="2069"/>
                  </a:lnTo>
                  <a:lnTo>
                    <a:pt x="45" y="2060"/>
                  </a:lnTo>
                  <a:lnTo>
                    <a:pt x="34" y="2050"/>
                  </a:lnTo>
                  <a:lnTo>
                    <a:pt x="26" y="2037"/>
                  </a:lnTo>
                  <a:lnTo>
                    <a:pt x="19" y="2025"/>
                  </a:lnTo>
                  <a:lnTo>
                    <a:pt x="13" y="2013"/>
                  </a:lnTo>
                  <a:lnTo>
                    <a:pt x="7" y="1998"/>
                  </a:lnTo>
                  <a:lnTo>
                    <a:pt x="3" y="1984"/>
                  </a:lnTo>
                  <a:lnTo>
                    <a:pt x="1" y="1969"/>
                  </a:lnTo>
                  <a:lnTo>
                    <a:pt x="0" y="1954"/>
                  </a:lnTo>
                  <a:lnTo>
                    <a:pt x="0" y="1252"/>
                  </a:lnTo>
                  <a:lnTo>
                    <a:pt x="1" y="1237"/>
                  </a:lnTo>
                  <a:lnTo>
                    <a:pt x="3" y="1222"/>
                  </a:lnTo>
                  <a:lnTo>
                    <a:pt x="7" y="1208"/>
                  </a:lnTo>
                  <a:lnTo>
                    <a:pt x="13" y="1194"/>
                  </a:lnTo>
                  <a:lnTo>
                    <a:pt x="19" y="1181"/>
                  </a:lnTo>
                  <a:lnTo>
                    <a:pt x="26" y="1169"/>
                  </a:lnTo>
                  <a:lnTo>
                    <a:pt x="34" y="1157"/>
                  </a:lnTo>
                  <a:lnTo>
                    <a:pt x="45" y="1146"/>
                  </a:lnTo>
                  <a:lnTo>
                    <a:pt x="55" y="1136"/>
                  </a:lnTo>
                  <a:lnTo>
                    <a:pt x="66" y="1128"/>
                  </a:lnTo>
                  <a:lnTo>
                    <a:pt x="79" y="1120"/>
                  </a:lnTo>
                  <a:lnTo>
                    <a:pt x="92" y="1114"/>
                  </a:lnTo>
                  <a:lnTo>
                    <a:pt x="106" y="1109"/>
                  </a:lnTo>
                  <a:lnTo>
                    <a:pt x="120" y="1106"/>
                  </a:lnTo>
                  <a:lnTo>
                    <a:pt x="136" y="1102"/>
                  </a:lnTo>
                  <a:lnTo>
                    <a:pt x="150" y="1102"/>
                  </a:lnTo>
                  <a:lnTo>
                    <a:pt x="852" y="1102"/>
                  </a:lnTo>
                  <a:close/>
                  <a:moveTo>
                    <a:pt x="852" y="2204"/>
                  </a:moveTo>
                  <a:lnTo>
                    <a:pt x="867" y="2205"/>
                  </a:lnTo>
                  <a:lnTo>
                    <a:pt x="883" y="2207"/>
                  </a:lnTo>
                  <a:lnTo>
                    <a:pt x="897" y="2211"/>
                  </a:lnTo>
                  <a:lnTo>
                    <a:pt x="911" y="2216"/>
                  </a:lnTo>
                  <a:lnTo>
                    <a:pt x="924" y="2222"/>
                  </a:lnTo>
                  <a:lnTo>
                    <a:pt x="937" y="2229"/>
                  </a:lnTo>
                  <a:lnTo>
                    <a:pt x="948" y="2239"/>
                  </a:lnTo>
                  <a:lnTo>
                    <a:pt x="958" y="2248"/>
                  </a:lnTo>
                  <a:lnTo>
                    <a:pt x="969" y="2258"/>
                  </a:lnTo>
                  <a:lnTo>
                    <a:pt x="977" y="2271"/>
                  </a:lnTo>
                  <a:lnTo>
                    <a:pt x="984" y="2283"/>
                  </a:lnTo>
                  <a:lnTo>
                    <a:pt x="990" y="2296"/>
                  </a:lnTo>
                  <a:lnTo>
                    <a:pt x="995" y="2310"/>
                  </a:lnTo>
                  <a:lnTo>
                    <a:pt x="1000" y="2325"/>
                  </a:lnTo>
                  <a:lnTo>
                    <a:pt x="1002" y="2339"/>
                  </a:lnTo>
                  <a:lnTo>
                    <a:pt x="1003" y="2354"/>
                  </a:lnTo>
                  <a:lnTo>
                    <a:pt x="1003" y="3056"/>
                  </a:lnTo>
                  <a:lnTo>
                    <a:pt x="1002" y="3071"/>
                  </a:lnTo>
                  <a:lnTo>
                    <a:pt x="1000" y="3086"/>
                  </a:lnTo>
                  <a:lnTo>
                    <a:pt x="995" y="3100"/>
                  </a:lnTo>
                  <a:lnTo>
                    <a:pt x="990" y="3114"/>
                  </a:lnTo>
                  <a:lnTo>
                    <a:pt x="984" y="3127"/>
                  </a:lnTo>
                  <a:lnTo>
                    <a:pt x="977" y="3140"/>
                  </a:lnTo>
                  <a:lnTo>
                    <a:pt x="969" y="3151"/>
                  </a:lnTo>
                  <a:lnTo>
                    <a:pt x="958" y="3162"/>
                  </a:lnTo>
                  <a:lnTo>
                    <a:pt x="948" y="3172"/>
                  </a:lnTo>
                  <a:lnTo>
                    <a:pt x="937" y="3180"/>
                  </a:lnTo>
                  <a:lnTo>
                    <a:pt x="924" y="3188"/>
                  </a:lnTo>
                  <a:lnTo>
                    <a:pt x="911" y="3194"/>
                  </a:lnTo>
                  <a:lnTo>
                    <a:pt x="897" y="3200"/>
                  </a:lnTo>
                  <a:lnTo>
                    <a:pt x="883" y="3203"/>
                  </a:lnTo>
                  <a:lnTo>
                    <a:pt x="867" y="3205"/>
                  </a:lnTo>
                  <a:lnTo>
                    <a:pt x="852" y="3206"/>
                  </a:lnTo>
                  <a:lnTo>
                    <a:pt x="151" y="3206"/>
                  </a:lnTo>
                  <a:lnTo>
                    <a:pt x="136" y="3205"/>
                  </a:lnTo>
                  <a:lnTo>
                    <a:pt x="120" y="3203"/>
                  </a:lnTo>
                  <a:lnTo>
                    <a:pt x="106" y="3200"/>
                  </a:lnTo>
                  <a:lnTo>
                    <a:pt x="92" y="3194"/>
                  </a:lnTo>
                  <a:lnTo>
                    <a:pt x="79" y="3188"/>
                  </a:lnTo>
                  <a:lnTo>
                    <a:pt x="66" y="3180"/>
                  </a:lnTo>
                  <a:lnTo>
                    <a:pt x="55" y="3172"/>
                  </a:lnTo>
                  <a:lnTo>
                    <a:pt x="45" y="3162"/>
                  </a:lnTo>
                  <a:lnTo>
                    <a:pt x="34" y="3151"/>
                  </a:lnTo>
                  <a:lnTo>
                    <a:pt x="26" y="3140"/>
                  </a:lnTo>
                  <a:lnTo>
                    <a:pt x="19" y="3127"/>
                  </a:lnTo>
                  <a:lnTo>
                    <a:pt x="13" y="3114"/>
                  </a:lnTo>
                  <a:lnTo>
                    <a:pt x="7" y="3100"/>
                  </a:lnTo>
                  <a:lnTo>
                    <a:pt x="3" y="3086"/>
                  </a:lnTo>
                  <a:lnTo>
                    <a:pt x="1" y="3071"/>
                  </a:lnTo>
                  <a:lnTo>
                    <a:pt x="0" y="3056"/>
                  </a:lnTo>
                  <a:lnTo>
                    <a:pt x="0" y="2354"/>
                  </a:lnTo>
                  <a:lnTo>
                    <a:pt x="1" y="2339"/>
                  </a:lnTo>
                  <a:lnTo>
                    <a:pt x="3" y="2325"/>
                  </a:lnTo>
                  <a:lnTo>
                    <a:pt x="7" y="2310"/>
                  </a:lnTo>
                  <a:lnTo>
                    <a:pt x="13" y="2296"/>
                  </a:lnTo>
                  <a:lnTo>
                    <a:pt x="19" y="2283"/>
                  </a:lnTo>
                  <a:lnTo>
                    <a:pt x="26" y="2271"/>
                  </a:lnTo>
                  <a:lnTo>
                    <a:pt x="34" y="2258"/>
                  </a:lnTo>
                  <a:lnTo>
                    <a:pt x="45" y="2248"/>
                  </a:lnTo>
                  <a:lnTo>
                    <a:pt x="55" y="2239"/>
                  </a:lnTo>
                  <a:lnTo>
                    <a:pt x="66" y="2229"/>
                  </a:lnTo>
                  <a:lnTo>
                    <a:pt x="79" y="2222"/>
                  </a:lnTo>
                  <a:lnTo>
                    <a:pt x="92" y="2216"/>
                  </a:lnTo>
                  <a:lnTo>
                    <a:pt x="106" y="2211"/>
                  </a:lnTo>
                  <a:lnTo>
                    <a:pt x="120" y="2207"/>
                  </a:lnTo>
                  <a:lnTo>
                    <a:pt x="136" y="2205"/>
                  </a:lnTo>
                  <a:lnTo>
                    <a:pt x="150" y="2204"/>
                  </a:lnTo>
                  <a:lnTo>
                    <a:pt x="852" y="2204"/>
                  </a:lnTo>
                  <a:close/>
                  <a:moveTo>
                    <a:pt x="1955" y="3306"/>
                  </a:moveTo>
                  <a:lnTo>
                    <a:pt x="1970" y="3307"/>
                  </a:lnTo>
                  <a:lnTo>
                    <a:pt x="1985" y="3309"/>
                  </a:lnTo>
                  <a:lnTo>
                    <a:pt x="1999" y="3313"/>
                  </a:lnTo>
                  <a:lnTo>
                    <a:pt x="2014" y="3317"/>
                  </a:lnTo>
                  <a:lnTo>
                    <a:pt x="2026" y="3325"/>
                  </a:lnTo>
                  <a:lnTo>
                    <a:pt x="2038" y="3332"/>
                  </a:lnTo>
                  <a:lnTo>
                    <a:pt x="2050" y="3340"/>
                  </a:lnTo>
                  <a:lnTo>
                    <a:pt x="2061" y="3350"/>
                  </a:lnTo>
                  <a:lnTo>
                    <a:pt x="2070" y="3361"/>
                  </a:lnTo>
                  <a:lnTo>
                    <a:pt x="2080" y="3372"/>
                  </a:lnTo>
                  <a:lnTo>
                    <a:pt x="2087" y="3384"/>
                  </a:lnTo>
                  <a:lnTo>
                    <a:pt x="2093" y="3398"/>
                  </a:lnTo>
                  <a:lnTo>
                    <a:pt x="2098" y="3411"/>
                  </a:lnTo>
                  <a:lnTo>
                    <a:pt x="2101" y="3426"/>
                  </a:lnTo>
                  <a:lnTo>
                    <a:pt x="2104" y="3441"/>
                  </a:lnTo>
                  <a:lnTo>
                    <a:pt x="2104" y="3457"/>
                  </a:lnTo>
                  <a:lnTo>
                    <a:pt x="2104" y="4157"/>
                  </a:lnTo>
                  <a:lnTo>
                    <a:pt x="2104" y="4173"/>
                  </a:lnTo>
                  <a:lnTo>
                    <a:pt x="2101" y="4188"/>
                  </a:lnTo>
                  <a:lnTo>
                    <a:pt x="2098" y="4203"/>
                  </a:lnTo>
                  <a:lnTo>
                    <a:pt x="2093" y="4216"/>
                  </a:lnTo>
                  <a:lnTo>
                    <a:pt x="2087" y="4229"/>
                  </a:lnTo>
                  <a:lnTo>
                    <a:pt x="2080" y="4242"/>
                  </a:lnTo>
                  <a:lnTo>
                    <a:pt x="2070" y="4253"/>
                  </a:lnTo>
                  <a:lnTo>
                    <a:pt x="2061" y="4264"/>
                  </a:lnTo>
                  <a:lnTo>
                    <a:pt x="2050" y="4274"/>
                  </a:lnTo>
                  <a:lnTo>
                    <a:pt x="2038" y="4282"/>
                  </a:lnTo>
                  <a:lnTo>
                    <a:pt x="2026" y="4289"/>
                  </a:lnTo>
                  <a:lnTo>
                    <a:pt x="2014" y="4296"/>
                  </a:lnTo>
                  <a:lnTo>
                    <a:pt x="1999" y="4301"/>
                  </a:lnTo>
                  <a:lnTo>
                    <a:pt x="1985" y="4305"/>
                  </a:lnTo>
                  <a:lnTo>
                    <a:pt x="1970" y="4307"/>
                  </a:lnTo>
                  <a:lnTo>
                    <a:pt x="1955" y="4308"/>
                  </a:lnTo>
                  <a:lnTo>
                    <a:pt x="1253" y="4308"/>
                  </a:lnTo>
                  <a:lnTo>
                    <a:pt x="1237" y="4307"/>
                  </a:lnTo>
                  <a:lnTo>
                    <a:pt x="1223" y="4305"/>
                  </a:lnTo>
                  <a:lnTo>
                    <a:pt x="1208" y="4301"/>
                  </a:lnTo>
                  <a:lnTo>
                    <a:pt x="1195" y="4296"/>
                  </a:lnTo>
                  <a:lnTo>
                    <a:pt x="1181" y="4289"/>
                  </a:lnTo>
                  <a:lnTo>
                    <a:pt x="1169" y="4282"/>
                  </a:lnTo>
                  <a:lnTo>
                    <a:pt x="1158" y="4274"/>
                  </a:lnTo>
                  <a:lnTo>
                    <a:pt x="1146" y="4264"/>
                  </a:lnTo>
                  <a:lnTo>
                    <a:pt x="1137" y="4253"/>
                  </a:lnTo>
                  <a:lnTo>
                    <a:pt x="1129" y="4242"/>
                  </a:lnTo>
                  <a:lnTo>
                    <a:pt x="1121" y="4229"/>
                  </a:lnTo>
                  <a:lnTo>
                    <a:pt x="1114" y="4216"/>
                  </a:lnTo>
                  <a:lnTo>
                    <a:pt x="1109" y="4203"/>
                  </a:lnTo>
                  <a:lnTo>
                    <a:pt x="1106" y="4188"/>
                  </a:lnTo>
                  <a:lnTo>
                    <a:pt x="1103" y="4173"/>
                  </a:lnTo>
                  <a:lnTo>
                    <a:pt x="1103" y="4157"/>
                  </a:lnTo>
                  <a:lnTo>
                    <a:pt x="1103" y="3457"/>
                  </a:lnTo>
                  <a:lnTo>
                    <a:pt x="1103" y="3441"/>
                  </a:lnTo>
                  <a:lnTo>
                    <a:pt x="1106" y="3426"/>
                  </a:lnTo>
                  <a:lnTo>
                    <a:pt x="1109" y="3411"/>
                  </a:lnTo>
                  <a:lnTo>
                    <a:pt x="1114" y="3398"/>
                  </a:lnTo>
                  <a:lnTo>
                    <a:pt x="1121" y="3384"/>
                  </a:lnTo>
                  <a:lnTo>
                    <a:pt x="1129" y="3372"/>
                  </a:lnTo>
                  <a:lnTo>
                    <a:pt x="1137" y="3361"/>
                  </a:lnTo>
                  <a:lnTo>
                    <a:pt x="1146" y="3350"/>
                  </a:lnTo>
                  <a:lnTo>
                    <a:pt x="1158" y="3340"/>
                  </a:lnTo>
                  <a:lnTo>
                    <a:pt x="1169" y="3332"/>
                  </a:lnTo>
                  <a:lnTo>
                    <a:pt x="1181" y="3325"/>
                  </a:lnTo>
                  <a:lnTo>
                    <a:pt x="1195" y="3317"/>
                  </a:lnTo>
                  <a:lnTo>
                    <a:pt x="1208" y="3313"/>
                  </a:lnTo>
                  <a:lnTo>
                    <a:pt x="1223" y="3309"/>
                  </a:lnTo>
                  <a:lnTo>
                    <a:pt x="1237" y="3307"/>
                  </a:lnTo>
                  <a:lnTo>
                    <a:pt x="1253" y="3306"/>
                  </a:lnTo>
                  <a:lnTo>
                    <a:pt x="1955" y="3306"/>
                  </a:lnTo>
                  <a:close/>
                  <a:moveTo>
                    <a:pt x="1955" y="0"/>
                  </a:moveTo>
                  <a:lnTo>
                    <a:pt x="1970" y="1"/>
                  </a:lnTo>
                  <a:lnTo>
                    <a:pt x="1985" y="3"/>
                  </a:lnTo>
                  <a:lnTo>
                    <a:pt x="1999" y="7"/>
                  </a:lnTo>
                  <a:lnTo>
                    <a:pt x="2014" y="11"/>
                  </a:lnTo>
                  <a:lnTo>
                    <a:pt x="2026" y="19"/>
                  </a:lnTo>
                  <a:lnTo>
                    <a:pt x="2038" y="26"/>
                  </a:lnTo>
                  <a:lnTo>
                    <a:pt x="2050" y="34"/>
                  </a:lnTo>
                  <a:lnTo>
                    <a:pt x="2061" y="45"/>
                  </a:lnTo>
                  <a:lnTo>
                    <a:pt x="2070" y="55"/>
                  </a:lnTo>
                  <a:lnTo>
                    <a:pt x="2080" y="66"/>
                  </a:lnTo>
                  <a:lnTo>
                    <a:pt x="2087" y="79"/>
                  </a:lnTo>
                  <a:lnTo>
                    <a:pt x="2093" y="92"/>
                  </a:lnTo>
                  <a:lnTo>
                    <a:pt x="2098" y="106"/>
                  </a:lnTo>
                  <a:lnTo>
                    <a:pt x="2101" y="120"/>
                  </a:lnTo>
                  <a:lnTo>
                    <a:pt x="2104" y="135"/>
                  </a:lnTo>
                  <a:lnTo>
                    <a:pt x="2104" y="150"/>
                  </a:lnTo>
                  <a:lnTo>
                    <a:pt x="2104" y="851"/>
                  </a:lnTo>
                  <a:lnTo>
                    <a:pt x="2104" y="867"/>
                  </a:lnTo>
                  <a:lnTo>
                    <a:pt x="2101" y="882"/>
                  </a:lnTo>
                  <a:lnTo>
                    <a:pt x="2098" y="897"/>
                  </a:lnTo>
                  <a:lnTo>
                    <a:pt x="2093" y="910"/>
                  </a:lnTo>
                  <a:lnTo>
                    <a:pt x="2087" y="924"/>
                  </a:lnTo>
                  <a:lnTo>
                    <a:pt x="2080" y="936"/>
                  </a:lnTo>
                  <a:lnTo>
                    <a:pt x="2070" y="947"/>
                  </a:lnTo>
                  <a:lnTo>
                    <a:pt x="2061" y="958"/>
                  </a:lnTo>
                  <a:lnTo>
                    <a:pt x="2050" y="968"/>
                  </a:lnTo>
                  <a:lnTo>
                    <a:pt x="2038" y="976"/>
                  </a:lnTo>
                  <a:lnTo>
                    <a:pt x="2026" y="984"/>
                  </a:lnTo>
                  <a:lnTo>
                    <a:pt x="2014" y="990"/>
                  </a:lnTo>
                  <a:lnTo>
                    <a:pt x="1999" y="995"/>
                  </a:lnTo>
                  <a:lnTo>
                    <a:pt x="1985" y="999"/>
                  </a:lnTo>
                  <a:lnTo>
                    <a:pt x="1970" y="1001"/>
                  </a:lnTo>
                  <a:lnTo>
                    <a:pt x="1955" y="1002"/>
                  </a:lnTo>
                  <a:lnTo>
                    <a:pt x="1253" y="1002"/>
                  </a:lnTo>
                  <a:lnTo>
                    <a:pt x="1237" y="1001"/>
                  </a:lnTo>
                  <a:lnTo>
                    <a:pt x="1223" y="999"/>
                  </a:lnTo>
                  <a:lnTo>
                    <a:pt x="1208" y="995"/>
                  </a:lnTo>
                  <a:lnTo>
                    <a:pt x="1195" y="990"/>
                  </a:lnTo>
                  <a:lnTo>
                    <a:pt x="1181" y="984"/>
                  </a:lnTo>
                  <a:lnTo>
                    <a:pt x="1169" y="976"/>
                  </a:lnTo>
                  <a:lnTo>
                    <a:pt x="1158" y="968"/>
                  </a:lnTo>
                  <a:lnTo>
                    <a:pt x="1146" y="958"/>
                  </a:lnTo>
                  <a:lnTo>
                    <a:pt x="1137" y="947"/>
                  </a:lnTo>
                  <a:lnTo>
                    <a:pt x="1129" y="936"/>
                  </a:lnTo>
                  <a:lnTo>
                    <a:pt x="1121" y="924"/>
                  </a:lnTo>
                  <a:lnTo>
                    <a:pt x="1114" y="910"/>
                  </a:lnTo>
                  <a:lnTo>
                    <a:pt x="1109" y="897"/>
                  </a:lnTo>
                  <a:lnTo>
                    <a:pt x="1106" y="882"/>
                  </a:lnTo>
                  <a:lnTo>
                    <a:pt x="1103" y="867"/>
                  </a:lnTo>
                  <a:lnTo>
                    <a:pt x="1103" y="851"/>
                  </a:lnTo>
                  <a:lnTo>
                    <a:pt x="1103" y="150"/>
                  </a:lnTo>
                  <a:lnTo>
                    <a:pt x="1103" y="135"/>
                  </a:lnTo>
                  <a:lnTo>
                    <a:pt x="1106" y="120"/>
                  </a:lnTo>
                  <a:lnTo>
                    <a:pt x="1109" y="106"/>
                  </a:lnTo>
                  <a:lnTo>
                    <a:pt x="1114" y="92"/>
                  </a:lnTo>
                  <a:lnTo>
                    <a:pt x="1121" y="79"/>
                  </a:lnTo>
                  <a:lnTo>
                    <a:pt x="1129" y="66"/>
                  </a:lnTo>
                  <a:lnTo>
                    <a:pt x="1137" y="55"/>
                  </a:lnTo>
                  <a:lnTo>
                    <a:pt x="1146" y="45"/>
                  </a:lnTo>
                  <a:lnTo>
                    <a:pt x="1158" y="34"/>
                  </a:lnTo>
                  <a:lnTo>
                    <a:pt x="1169" y="26"/>
                  </a:lnTo>
                  <a:lnTo>
                    <a:pt x="1181" y="19"/>
                  </a:lnTo>
                  <a:lnTo>
                    <a:pt x="1195" y="11"/>
                  </a:lnTo>
                  <a:lnTo>
                    <a:pt x="1208" y="7"/>
                  </a:lnTo>
                  <a:lnTo>
                    <a:pt x="1223" y="3"/>
                  </a:lnTo>
                  <a:lnTo>
                    <a:pt x="1237" y="1"/>
                  </a:lnTo>
                  <a:lnTo>
                    <a:pt x="1253" y="0"/>
                  </a:lnTo>
                  <a:lnTo>
                    <a:pt x="1955" y="0"/>
                  </a:lnTo>
                  <a:close/>
                  <a:moveTo>
                    <a:pt x="1955" y="1102"/>
                  </a:moveTo>
                  <a:lnTo>
                    <a:pt x="1970" y="1102"/>
                  </a:lnTo>
                  <a:lnTo>
                    <a:pt x="1985" y="1106"/>
                  </a:lnTo>
                  <a:lnTo>
                    <a:pt x="1999" y="1109"/>
                  </a:lnTo>
                  <a:lnTo>
                    <a:pt x="2014" y="1114"/>
                  </a:lnTo>
                  <a:lnTo>
                    <a:pt x="2026" y="1120"/>
                  </a:lnTo>
                  <a:lnTo>
                    <a:pt x="2038" y="1128"/>
                  </a:lnTo>
                  <a:lnTo>
                    <a:pt x="2050" y="1136"/>
                  </a:lnTo>
                  <a:lnTo>
                    <a:pt x="2061" y="1146"/>
                  </a:lnTo>
                  <a:lnTo>
                    <a:pt x="2070" y="1157"/>
                  </a:lnTo>
                  <a:lnTo>
                    <a:pt x="2080" y="1169"/>
                  </a:lnTo>
                  <a:lnTo>
                    <a:pt x="2087" y="1181"/>
                  </a:lnTo>
                  <a:lnTo>
                    <a:pt x="2093" y="1194"/>
                  </a:lnTo>
                  <a:lnTo>
                    <a:pt x="2098" y="1208"/>
                  </a:lnTo>
                  <a:lnTo>
                    <a:pt x="2101" y="1222"/>
                  </a:lnTo>
                  <a:lnTo>
                    <a:pt x="2104" y="1237"/>
                  </a:lnTo>
                  <a:lnTo>
                    <a:pt x="2104" y="1252"/>
                  </a:lnTo>
                  <a:lnTo>
                    <a:pt x="2104" y="1954"/>
                  </a:lnTo>
                  <a:lnTo>
                    <a:pt x="2104" y="1969"/>
                  </a:lnTo>
                  <a:lnTo>
                    <a:pt x="2101" y="1984"/>
                  </a:lnTo>
                  <a:lnTo>
                    <a:pt x="2098" y="1998"/>
                  </a:lnTo>
                  <a:lnTo>
                    <a:pt x="2093" y="2013"/>
                  </a:lnTo>
                  <a:lnTo>
                    <a:pt x="2087" y="2025"/>
                  </a:lnTo>
                  <a:lnTo>
                    <a:pt x="2080" y="2037"/>
                  </a:lnTo>
                  <a:lnTo>
                    <a:pt x="2070" y="2050"/>
                  </a:lnTo>
                  <a:lnTo>
                    <a:pt x="2061" y="2060"/>
                  </a:lnTo>
                  <a:lnTo>
                    <a:pt x="2050" y="2069"/>
                  </a:lnTo>
                  <a:lnTo>
                    <a:pt x="2038" y="2079"/>
                  </a:lnTo>
                  <a:lnTo>
                    <a:pt x="2026" y="2086"/>
                  </a:lnTo>
                  <a:lnTo>
                    <a:pt x="2014" y="2092"/>
                  </a:lnTo>
                  <a:lnTo>
                    <a:pt x="1999" y="2097"/>
                  </a:lnTo>
                  <a:lnTo>
                    <a:pt x="1985" y="2101"/>
                  </a:lnTo>
                  <a:lnTo>
                    <a:pt x="1970" y="2103"/>
                  </a:lnTo>
                  <a:lnTo>
                    <a:pt x="1955" y="2104"/>
                  </a:lnTo>
                  <a:lnTo>
                    <a:pt x="1253" y="2103"/>
                  </a:lnTo>
                  <a:lnTo>
                    <a:pt x="1237" y="2103"/>
                  </a:lnTo>
                  <a:lnTo>
                    <a:pt x="1223" y="2101"/>
                  </a:lnTo>
                  <a:lnTo>
                    <a:pt x="1208" y="2097"/>
                  </a:lnTo>
                  <a:lnTo>
                    <a:pt x="1195" y="2092"/>
                  </a:lnTo>
                  <a:lnTo>
                    <a:pt x="1181" y="2086"/>
                  </a:lnTo>
                  <a:lnTo>
                    <a:pt x="1169" y="2079"/>
                  </a:lnTo>
                  <a:lnTo>
                    <a:pt x="1158" y="2069"/>
                  </a:lnTo>
                  <a:lnTo>
                    <a:pt x="1146" y="2060"/>
                  </a:lnTo>
                  <a:lnTo>
                    <a:pt x="1137" y="2050"/>
                  </a:lnTo>
                  <a:lnTo>
                    <a:pt x="1129" y="2037"/>
                  </a:lnTo>
                  <a:lnTo>
                    <a:pt x="1121" y="2025"/>
                  </a:lnTo>
                  <a:lnTo>
                    <a:pt x="1114" y="2013"/>
                  </a:lnTo>
                  <a:lnTo>
                    <a:pt x="1109" y="1998"/>
                  </a:lnTo>
                  <a:lnTo>
                    <a:pt x="1106" y="1984"/>
                  </a:lnTo>
                  <a:lnTo>
                    <a:pt x="1103" y="1969"/>
                  </a:lnTo>
                  <a:lnTo>
                    <a:pt x="1103" y="1954"/>
                  </a:lnTo>
                  <a:lnTo>
                    <a:pt x="1103" y="1252"/>
                  </a:lnTo>
                  <a:lnTo>
                    <a:pt x="1103" y="1237"/>
                  </a:lnTo>
                  <a:lnTo>
                    <a:pt x="1106" y="1222"/>
                  </a:lnTo>
                  <a:lnTo>
                    <a:pt x="1109" y="1208"/>
                  </a:lnTo>
                  <a:lnTo>
                    <a:pt x="1114" y="1194"/>
                  </a:lnTo>
                  <a:lnTo>
                    <a:pt x="1121" y="1181"/>
                  </a:lnTo>
                  <a:lnTo>
                    <a:pt x="1129" y="1169"/>
                  </a:lnTo>
                  <a:lnTo>
                    <a:pt x="1137" y="1157"/>
                  </a:lnTo>
                  <a:lnTo>
                    <a:pt x="1146" y="1146"/>
                  </a:lnTo>
                  <a:lnTo>
                    <a:pt x="1158" y="1136"/>
                  </a:lnTo>
                  <a:lnTo>
                    <a:pt x="1169" y="1128"/>
                  </a:lnTo>
                  <a:lnTo>
                    <a:pt x="1181" y="1120"/>
                  </a:lnTo>
                  <a:lnTo>
                    <a:pt x="1195" y="1114"/>
                  </a:lnTo>
                  <a:lnTo>
                    <a:pt x="1208" y="1109"/>
                  </a:lnTo>
                  <a:lnTo>
                    <a:pt x="1223" y="1106"/>
                  </a:lnTo>
                  <a:lnTo>
                    <a:pt x="1237" y="1102"/>
                  </a:lnTo>
                  <a:lnTo>
                    <a:pt x="1253" y="1102"/>
                  </a:lnTo>
                  <a:lnTo>
                    <a:pt x="1955" y="1102"/>
                  </a:lnTo>
                  <a:close/>
                  <a:moveTo>
                    <a:pt x="1955" y="2204"/>
                  </a:moveTo>
                  <a:lnTo>
                    <a:pt x="1970" y="2205"/>
                  </a:lnTo>
                  <a:lnTo>
                    <a:pt x="1985" y="2207"/>
                  </a:lnTo>
                  <a:lnTo>
                    <a:pt x="1999" y="2211"/>
                  </a:lnTo>
                  <a:lnTo>
                    <a:pt x="2014" y="2216"/>
                  </a:lnTo>
                  <a:lnTo>
                    <a:pt x="2026" y="2222"/>
                  </a:lnTo>
                  <a:lnTo>
                    <a:pt x="2038" y="2229"/>
                  </a:lnTo>
                  <a:lnTo>
                    <a:pt x="2050" y="2239"/>
                  </a:lnTo>
                  <a:lnTo>
                    <a:pt x="2061" y="2248"/>
                  </a:lnTo>
                  <a:lnTo>
                    <a:pt x="2070" y="2258"/>
                  </a:lnTo>
                  <a:lnTo>
                    <a:pt x="2080" y="2271"/>
                  </a:lnTo>
                  <a:lnTo>
                    <a:pt x="2087" y="2283"/>
                  </a:lnTo>
                  <a:lnTo>
                    <a:pt x="2093" y="2296"/>
                  </a:lnTo>
                  <a:lnTo>
                    <a:pt x="2098" y="2310"/>
                  </a:lnTo>
                  <a:lnTo>
                    <a:pt x="2101" y="2325"/>
                  </a:lnTo>
                  <a:lnTo>
                    <a:pt x="2104" y="2339"/>
                  </a:lnTo>
                  <a:lnTo>
                    <a:pt x="2104" y="2354"/>
                  </a:lnTo>
                  <a:lnTo>
                    <a:pt x="2104" y="3056"/>
                  </a:lnTo>
                  <a:lnTo>
                    <a:pt x="2104" y="3071"/>
                  </a:lnTo>
                  <a:lnTo>
                    <a:pt x="2101" y="3086"/>
                  </a:lnTo>
                  <a:lnTo>
                    <a:pt x="2098" y="3100"/>
                  </a:lnTo>
                  <a:lnTo>
                    <a:pt x="2093" y="3114"/>
                  </a:lnTo>
                  <a:lnTo>
                    <a:pt x="2087" y="3127"/>
                  </a:lnTo>
                  <a:lnTo>
                    <a:pt x="2080" y="3140"/>
                  </a:lnTo>
                  <a:lnTo>
                    <a:pt x="2070" y="3151"/>
                  </a:lnTo>
                  <a:lnTo>
                    <a:pt x="2061" y="3162"/>
                  </a:lnTo>
                  <a:lnTo>
                    <a:pt x="2050" y="3172"/>
                  </a:lnTo>
                  <a:lnTo>
                    <a:pt x="2038" y="3180"/>
                  </a:lnTo>
                  <a:lnTo>
                    <a:pt x="2026" y="3188"/>
                  </a:lnTo>
                  <a:lnTo>
                    <a:pt x="2014" y="3194"/>
                  </a:lnTo>
                  <a:lnTo>
                    <a:pt x="1999" y="3200"/>
                  </a:lnTo>
                  <a:lnTo>
                    <a:pt x="1985" y="3203"/>
                  </a:lnTo>
                  <a:lnTo>
                    <a:pt x="1970" y="3205"/>
                  </a:lnTo>
                  <a:lnTo>
                    <a:pt x="1955" y="3206"/>
                  </a:lnTo>
                  <a:lnTo>
                    <a:pt x="1253" y="3206"/>
                  </a:lnTo>
                  <a:lnTo>
                    <a:pt x="1237" y="3205"/>
                  </a:lnTo>
                  <a:lnTo>
                    <a:pt x="1223" y="3203"/>
                  </a:lnTo>
                  <a:lnTo>
                    <a:pt x="1208" y="3200"/>
                  </a:lnTo>
                  <a:lnTo>
                    <a:pt x="1195" y="3194"/>
                  </a:lnTo>
                  <a:lnTo>
                    <a:pt x="1181" y="3188"/>
                  </a:lnTo>
                  <a:lnTo>
                    <a:pt x="1169" y="3180"/>
                  </a:lnTo>
                  <a:lnTo>
                    <a:pt x="1158" y="3172"/>
                  </a:lnTo>
                  <a:lnTo>
                    <a:pt x="1146" y="3162"/>
                  </a:lnTo>
                  <a:lnTo>
                    <a:pt x="1137" y="3151"/>
                  </a:lnTo>
                  <a:lnTo>
                    <a:pt x="1129" y="3140"/>
                  </a:lnTo>
                  <a:lnTo>
                    <a:pt x="1121" y="3127"/>
                  </a:lnTo>
                  <a:lnTo>
                    <a:pt x="1114" y="3114"/>
                  </a:lnTo>
                  <a:lnTo>
                    <a:pt x="1109" y="3100"/>
                  </a:lnTo>
                  <a:lnTo>
                    <a:pt x="1106" y="3086"/>
                  </a:lnTo>
                  <a:lnTo>
                    <a:pt x="1103" y="3071"/>
                  </a:lnTo>
                  <a:lnTo>
                    <a:pt x="1103" y="3056"/>
                  </a:lnTo>
                  <a:lnTo>
                    <a:pt x="1103" y="2354"/>
                  </a:lnTo>
                  <a:lnTo>
                    <a:pt x="1103" y="2339"/>
                  </a:lnTo>
                  <a:lnTo>
                    <a:pt x="1106" y="2325"/>
                  </a:lnTo>
                  <a:lnTo>
                    <a:pt x="1109" y="2310"/>
                  </a:lnTo>
                  <a:lnTo>
                    <a:pt x="1114" y="2296"/>
                  </a:lnTo>
                  <a:lnTo>
                    <a:pt x="1121" y="2283"/>
                  </a:lnTo>
                  <a:lnTo>
                    <a:pt x="1129" y="2271"/>
                  </a:lnTo>
                  <a:lnTo>
                    <a:pt x="1137" y="2258"/>
                  </a:lnTo>
                  <a:lnTo>
                    <a:pt x="1146" y="2248"/>
                  </a:lnTo>
                  <a:lnTo>
                    <a:pt x="1158" y="2239"/>
                  </a:lnTo>
                  <a:lnTo>
                    <a:pt x="1169" y="2229"/>
                  </a:lnTo>
                  <a:lnTo>
                    <a:pt x="1181" y="2222"/>
                  </a:lnTo>
                  <a:lnTo>
                    <a:pt x="1195" y="2216"/>
                  </a:lnTo>
                  <a:lnTo>
                    <a:pt x="1208" y="2211"/>
                  </a:lnTo>
                  <a:lnTo>
                    <a:pt x="1223" y="2207"/>
                  </a:lnTo>
                  <a:lnTo>
                    <a:pt x="1237" y="2205"/>
                  </a:lnTo>
                  <a:lnTo>
                    <a:pt x="1253" y="2204"/>
                  </a:lnTo>
                  <a:lnTo>
                    <a:pt x="1955" y="2204"/>
                  </a:lnTo>
                  <a:close/>
                  <a:moveTo>
                    <a:pt x="3057" y="0"/>
                  </a:moveTo>
                  <a:lnTo>
                    <a:pt x="3072" y="1"/>
                  </a:lnTo>
                  <a:lnTo>
                    <a:pt x="3087" y="3"/>
                  </a:lnTo>
                  <a:lnTo>
                    <a:pt x="3102" y="7"/>
                  </a:lnTo>
                  <a:lnTo>
                    <a:pt x="3115" y="11"/>
                  </a:lnTo>
                  <a:lnTo>
                    <a:pt x="3129" y="19"/>
                  </a:lnTo>
                  <a:lnTo>
                    <a:pt x="3141" y="26"/>
                  </a:lnTo>
                  <a:lnTo>
                    <a:pt x="3152" y="34"/>
                  </a:lnTo>
                  <a:lnTo>
                    <a:pt x="3163" y="45"/>
                  </a:lnTo>
                  <a:lnTo>
                    <a:pt x="3173" y="55"/>
                  </a:lnTo>
                  <a:lnTo>
                    <a:pt x="3181" y="66"/>
                  </a:lnTo>
                  <a:lnTo>
                    <a:pt x="3189" y="79"/>
                  </a:lnTo>
                  <a:lnTo>
                    <a:pt x="3196" y="92"/>
                  </a:lnTo>
                  <a:lnTo>
                    <a:pt x="3200" y="106"/>
                  </a:lnTo>
                  <a:lnTo>
                    <a:pt x="3204" y="120"/>
                  </a:lnTo>
                  <a:lnTo>
                    <a:pt x="3206" y="135"/>
                  </a:lnTo>
                  <a:lnTo>
                    <a:pt x="3207" y="150"/>
                  </a:lnTo>
                  <a:lnTo>
                    <a:pt x="3207" y="851"/>
                  </a:lnTo>
                  <a:lnTo>
                    <a:pt x="3206" y="867"/>
                  </a:lnTo>
                  <a:lnTo>
                    <a:pt x="3204" y="882"/>
                  </a:lnTo>
                  <a:lnTo>
                    <a:pt x="3200" y="897"/>
                  </a:lnTo>
                  <a:lnTo>
                    <a:pt x="3196" y="910"/>
                  </a:lnTo>
                  <a:lnTo>
                    <a:pt x="3189" y="924"/>
                  </a:lnTo>
                  <a:lnTo>
                    <a:pt x="3181" y="936"/>
                  </a:lnTo>
                  <a:lnTo>
                    <a:pt x="3173" y="947"/>
                  </a:lnTo>
                  <a:lnTo>
                    <a:pt x="3163" y="958"/>
                  </a:lnTo>
                  <a:lnTo>
                    <a:pt x="3152" y="968"/>
                  </a:lnTo>
                  <a:lnTo>
                    <a:pt x="3141" y="976"/>
                  </a:lnTo>
                  <a:lnTo>
                    <a:pt x="3129" y="984"/>
                  </a:lnTo>
                  <a:lnTo>
                    <a:pt x="3115" y="990"/>
                  </a:lnTo>
                  <a:lnTo>
                    <a:pt x="3102" y="995"/>
                  </a:lnTo>
                  <a:lnTo>
                    <a:pt x="3087" y="999"/>
                  </a:lnTo>
                  <a:lnTo>
                    <a:pt x="3072" y="1001"/>
                  </a:lnTo>
                  <a:lnTo>
                    <a:pt x="3057" y="1002"/>
                  </a:lnTo>
                  <a:lnTo>
                    <a:pt x="2356" y="1002"/>
                  </a:lnTo>
                  <a:lnTo>
                    <a:pt x="2340" y="1001"/>
                  </a:lnTo>
                  <a:lnTo>
                    <a:pt x="2325" y="999"/>
                  </a:lnTo>
                  <a:lnTo>
                    <a:pt x="2310" y="995"/>
                  </a:lnTo>
                  <a:lnTo>
                    <a:pt x="2297" y="990"/>
                  </a:lnTo>
                  <a:lnTo>
                    <a:pt x="2283" y="984"/>
                  </a:lnTo>
                  <a:lnTo>
                    <a:pt x="2271" y="976"/>
                  </a:lnTo>
                  <a:lnTo>
                    <a:pt x="2260" y="968"/>
                  </a:lnTo>
                  <a:lnTo>
                    <a:pt x="2249" y="958"/>
                  </a:lnTo>
                  <a:lnTo>
                    <a:pt x="2240" y="947"/>
                  </a:lnTo>
                  <a:lnTo>
                    <a:pt x="2231" y="936"/>
                  </a:lnTo>
                  <a:lnTo>
                    <a:pt x="2223" y="924"/>
                  </a:lnTo>
                  <a:lnTo>
                    <a:pt x="2217" y="910"/>
                  </a:lnTo>
                  <a:lnTo>
                    <a:pt x="2212" y="897"/>
                  </a:lnTo>
                  <a:lnTo>
                    <a:pt x="2208" y="882"/>
                  </a:lnTo>
                  <a:lnTo>
                    <a:pt x="2206" y="867"/>
                  </a:lnTo>
                  <a:lnTo>
                    <a:pt x="2205" y="851"/>
                  </a:lnTo>
                  <a:lnTo>
                    <a:pt x="2205" y="150"/>
                  </a:lnTo>
                  <a:lnTo>
                    <a:pt x="2206" y="135"/>
                  </a:lnTo>
                  <a:lnTo>
                    <a:pt x="2208" y="120"/>
                  </a:lnTo>
                  <a:lnTo>
                    <a:pt x="2212" y="106"/>
                  </a:lnTo>
                  <a:lnTo>
                    <a:pt x="2217" y="92"/>
                  </a:lnTo>
                  <a:lnTo>
                    <a:pt x="2223" y="79"/>
                  </a:lnTo>
                  <a:lnTo>
                    <a:pt x="2231" y="66"/>
                  </a:lnTo>
                  <a:lnTo>
                    <a:pt x="2240" y="55"/>
                  </a:lnTo>
                  <a:lnTo>
                    <a:pt x="2249" y="45"/>
                  </a:lnTo>
                  <a:lnTo>
                    <a:pt x="2260" y="34"/>
                  </a:lnTo>
                  <a:lnTo>
                    <a:pt x="2271" y="26"/>
                  </a:lnTo>
                  <a:lnTo>
                    <a:pt x="2283" y="19"/>
                  </a:lnTo>
                  <a:lnTo>
                    <a:pt x="2297" y="11"/>
                  </a:lnTo>
                  <a:lnTo>
                    <a:pt x="2310" y="7"/>
                  </a:lnTo>
                  <a:lnTo>
                    <a:pt x="2325" y="3"/>
                  </a:lnTo>
                  <a:lnTo>
                    <a:pt x="2340" y="1"/>
                  </a:lnTo>
                  <a:lnTo>
                    <a:pt x="2356" y="0"/>
                  </a:lnTo>
                  <a:lnTo>
                    <a:pt x="305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23"/>
            <p:cNvSpPr/>
            <p:nvPr/>
          </p:nvSpPr>
          <p:spPr>
            <a:xfrm>
              <a:off x="68" y="3004"/>
              <a:ext cx="46" cy="46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1063" y="531"/>
                  </a:moveTo>
                  <a:lnTo>
                    <a:pt x="1063" y="558"/>
                  </a:lnTo>
                  <a:lnTo>
                    <a:pt x="1060" y="586"/>
                  </a:lnTo>
                  <a:lnTo>
                    <a:pt x="1056" y="612"/>
                  </a:lnTo>
                  <a:lnTo>
                    <a:pt x="1052" y="638"/>
                  </a:lnTo>
                  <a:lnTo>
                    <a:pt x="1046" y="664"/>
                  </a:lnTo>
                  <a:lnTo>
                    <a:pt x="1039" y="689"/>
                  </a:lnTo>
                  <a:lnTo>
                    <a:pt x="1030" y="714"/>
                  </a:lnTo>
                  <a:lnTo>
                    <a:pt x="1021" y="738"/>
                  </a:lnTo>
                  <a:lnTo>
                    <a:pt x="1010" y="761"/>
                  </a:lnTo>
                  <a:lnTo>
                    <a:pt x="998" y="784"/>
                  </a:lnTo>
                  <a:lnTo>
                    <a:pt x="986" y="807"/>
                  </a:lnTo>
                  <a:lnTo>
                    <a:pt x="972" y="829"/>
                  </a:lnTo>
                  <a:lnTo>
                    <a:pt x="957" y="849"/>
                  </a:lnTo>
                  <a:lnTo>
                    <a:pt x="942" y="869"/>
                  </a:lnTo>
                  <a:lnTo>
                    <a:pt x="925" y="888"/>
                  </a:lnTo>
                  <a:lnTo>
                    <a:pt x="907" y="907"/>
                  </a:lnTo>
                  <a:lnTo>
                    <a:pt x="889" y="925"/>
                  </a:lnTo>
                  <a:lnTo>
                    <a:pt x="869" y="941"/>
                  </a:lnTo>
                  <a:lnTo>
                    <a:pt x="850" y="957"/>
                  </a:lnTo>
                  <a:lnTo>
                    <a:pt x="828" y="971"/>
                  </a:lnTo>
                  <a:lnTo>
                    <a:pt x="807" y="986"/>
                  </a:lnTo>
                  <a:lnTo>
                    <a:pt x="784" y="998"/>
                  </a:lnTo>
                  <a:lnTo>
                    <a:pt x="762" y="1010"/>
                  </a:lnTo>
                  <a:lnTo>
                    <a:pt x="738" y="1021"/>
                  </a:lnTo>
                  <a:lnTo>
                    <a:pt x="714" y="1030"/>
                  </a:lnTo>
                  <a:lnTo>
                    <a:pt x="689" y="1038"/>
                  </a:lnTo>
                  <a:lnTo>
                    <a:pt x="664" y="1045"/>
                  </a:lnTo>
                  <a:lnTo>
                    <a:pt x="639" y="1052"/>
                  </a:lnTo>
                  <a:lnTo>
                    <a:pt x="612" y="1056"/>
                  </a:lnTo>
                  <a:lnTo>
                    <a:pt x="586" y="1060"/>
                  </a:lnTo>
                  <a:lnTo>
                    <a:pt x="558" y="1062"/>
                  </a:lnTo>
                  <a:lnTo>
                    <a:pt x="531" y="1062"/>
                  </a:lnTo>
                  <a:lnTo>
                    <a:pt x="504" y="1062"/>
                  </a:lnTo>
                  <a:lnTo>
                    <a:pt x="476" y="1060"/>
                  </a:lnTo>
                  <a:lnTo>
                    <a:pt x="451" y="1056"/>
                  </a:lnTo>
                  <a:lnTo>
                    <a:pt x="424" y="1052"/>
                  </a:lnTo>
                  <a:lnTo>
                    <a:pt x="399" y="1045"/>
                  </a:lnTo>
                  <a:lnTo>
                    <a:pt x="373" y="1038"/>
                  </a:lnTo>
                  <a:lnTo>
                    <a:pt x="348" y="1030"/>
                  </a:lnTo>
                  <a:lnTo>
                    <a:pt x="325" y="1021"/>
                  </a:lnTo>
                  <a:lnTo>
                    <a:pt x="301" y="1010"/>
                  </a:lnTo>
                  <a:lnTo>
                    <a:pt x="278" y="998"/>
                  </a:lnTo>
                  <a:lnTo>
                    <a:pt x="255" y="986"/>
                  </a:lnTo>
                  <a:lnTo>
                    <a:pt x="235" y="971"/>
                  </a:lnTo>
                  <a:lnTo>
                    <a:pt x="213" y="957"/>
                  </a:lnTo>
                  <a:lnTo>
                    <a:pt x="193" y="941"/>
                  </a:lnTo>
                  <a:lnTo>
                    <a:pt x="174" y="925"/>
                  </a:lnTo>
                  <a:lnTo>
                    <a:pt x="156" y="907"/>
                  </a:lnTo>
                  <a:lnTo>
                    <a:pt x="138" y="888"/>
                  </a:lnTo>
                  <a:lnTo>
                    <a:pt x="121" y="869"/>
                  </a:lnTo>
                  <a:lnTo>
                    <a:pt x="105" y="849"/>
                  </a:lnTo>
                  <a:lnTo>
                    <a:pt x="91" y="829"/>
                  </a:lnTo>
                  <a:lnTo>
                    <a:pt x="76" y="807"/>
                  </a:lnTo>
                  <a:lnTo>
                    <a:pt x="64" y="784"/>
                  </a:lnTo>
                  <a:lnTo>
                    <a:pt x="53" y="761"/>
                  </a:lnTo>
                  <a:lnTo>
                    <a:pt x="41" y="738"/>
                  </a:lnTo>
                  <a:lnTo>
                    <a:pt x="32" y="714"/>
                  </a:lnTo>
                  <a:lnTo>
                    <a:pt x="24" y="689"/>
                  </a:lnTo>
                  <a:lnTo>
                    <a:pt x="17" y="664"/>
                  </a:lnTo>
                  <a:lnTo>
                    <a:pt x="10" y="638"/>
                  </a:lnTo>
                  <a:lnTo>
                    <a:pt x="6" y="612"/>
                  </a:lnTo>
                  <a:lnTo>
                    <a:pt x="3" y="586"/>
                  </a:lnTo>
                  <a:lnTo>
                    <a:pt x="1" y="558"/>
                  </a:lnTo>
                  <a:lnTo>
                    <a:pt x="0" y="531"/>
                  </a:lnTo>
                  <a:lnTo>
                    <a:pt x="1" y="504"/>
                  </a:lnTo>
                  <a:lnTo>
                    <a:pt x="3" y="476"/>
                  </a:lnTo>
                  <a:lnTo>
                    <a:pt x="6" y="450"/>
                  </a:lnTo>
                  <a:lnTo>
                    <a:pt x="10" y="424"/>
                  </a:lnTo>
                  <a:lnTo>
                    <a:pt x="17" y="399"/>
                  </a:lnTo>
                  <a:lnTo>
                    <a:pt x="24" y="373"/>
                  </a:lnTo>
                  <a:lnTo>
                    <a:pt x="32" y="348"/>
                  </a:lnTo>
                  <a:lnTo>
                    <a:pt x="41" y="324"/>
                  </a:lnTo>
                  <a:lnTo>
                    <a:pt x="53" y="301"/>
                  </a:lnTo>
                  <a:lnTo>
                    <a:pt x="64" y="278"/>
                  </a:lnTo>
                  <a:lnTo>
                    <a:pt x="76" y="255"/>
                  </a:lnTo>
                  <a:lnTo>
                    <a:pt x="91" y="235"/>
                  </a:lnTo>
                  <a:lnTo>
                    <a:pt x="105" y="213"/>
                  </a:lnTo>
                  <a:lnTo>
                    <a:pt x="121" y="193"/>
                  </a:lnTo>
                  <a:lnTo>
                    <a:pt x="138" y="174"/>
                  </a:lnTo>
                  <a:lnTo>
                    <a:pt x="156" y="156"/>
                  </a:lnTo>
                  <a:lnTo>
                    <a:pt x="174" y="138"/>
                  </a:lnTo>
                  <a:lnTo>
                    <a:pt x="193" y="121"/>
                  </a:lnTo>
                  <a:lnTo>
                    <a:pt x="213" y="105"/>
                  </a:lnTo>
                  <a:lnTo>
                    <a:pt x="235" y="91"/>
                  </a:lnTo>
                  <a:lnTo>
                    <a:pt x="255" y="76"/>
                  </a:lnTo>
                  <a:lnTo>
                    <a:pt x="278" y="64"/>
                  </a:lnTo>
                  <a:lnTo>
                    <a:pt x="301" y="53"/>
                  </a:lnTo>
                  <a:lnTo>
                    <a:pt x="325" y="41"/>
                  </a:lnTo>
                  <a:lnTo>
                    <a:pt x="348" y="32"/>
                  </a:lnTo>
                  <a:lnTo>
                    <a:pt x="373" y="24"/>
                  </a:lnTo>
                  <a:lnTo>
                    <a:pt x="399" y="17"/>
                  </a:lnTo>
                  <a:lnTo>
                    <a:pt x="424" y="10"/>
                  </a:lnTo>
                  <a:lnTo>
                    <a:pt x="451" y="6"/>
                  </a:lnTo>
                  <a:lnTo>
                    <a:pt x="476" y="3"/>
                  </a:lnTo>
                  <a:lnTo>
                    <a:pt x="504" y="1"/>
                  </a:lnTo>
                  <a:lnTo>
                    <a:pt x="531" y="0"/>
                  </a:lnTo>
                  <a:lnTo>
                    <a:pt x="558" y="1"/>
                  </a:lnTo>
                  <a:lnTo>
                    <a:pt x="586" y="3"/>
                  </a:lnTo>
                  <a:lnTo>
                    <a:pt x="612" y="6"/>
                  </a:lnTo>
                  <a:lnTo>
                    <a:pt x="639" y="10"/>
                  </a:lnTo>
                  <a:lnTo>
                    <a:pt x="664" y="17"/>
                  </a:lnTo>
                  <a:lnTo>
                    <a:pt x="689" y="24"/>
                  </a:lnTo>
                  <a:lnTo>
                    <a:pt x="714" y="32"/>
                  </a:lnTo>
                  <a:lnTo>
                    <a:pt x="738" y="41"/>
                  </a:lnTo>
                  <a:lnTo>
                    <a:pt x="762" y="53"/>
                  </a:lnTo>
                  <a:lnTo>
                    <a:pt x="784" y="64"/>
                  </a:lnTo>
                  <a:lnTo>
                    <a:pt x="807" y="76"/>
                  </a:lnTo>
                  <a:lnTo>
                    <a:pt x="828" y="91"/>
                  </a:lnTo>
                  <a:lnTo>
                    <a:pt x="850" y="105"/>
                  </a:lnTo>
                  <a:lnTo>
                    <a:pt x="869" y="121"/>
                  </a:lnTo>
                  <a:lnTo>
                    <a:pt x="889" y="138"/>
                  </a:lnTo>
                  <a:lnTo>
                    <a:pt x="907" y="156"/>
                  </a:lnTo>
                  <a:lnTo>
                    <a:pt x="925" y="174"/>
                  </a:lnTo>
                  <a:lnTo>
                    <a:pt x="942" y="193"/>
                  </a:lnTo>
                  <a:lnTo>
                    <a:pt x="957" y="213"/>
                  </a:lnTo>
                  <a:lnTo>
                    <a:pt x="972" y="235"/>
                  </a:lnTo>
                  <a:lnTo>
                    <a:pt x="986" y="255"/>
                  </a:lnTo>
                  <a:lnTo>
                    <a:pt x="998" y="278"/>
                  </a:lnTo>
                  <a:lnTo>
                    <a:pt x="1010" y="301"/>
                  </a:lnTo>
                  <a:lnTo>
                    <a:pt x="1021" y="324"/>
                  </a:lnTo>
                  <a:lnTo>
                    <a:pt x="1030" y="348"/>
                  </a:lnTo>
                  <a:lnTo>
                    <a:pt x="1039" y="373"/>
                  </a:lnTo>
                  <a:lnTo>
                    <a:pt x="1046" y="399"/>
                  </a:lnTo>
                  <a:lnTo>
                    <a:pt x="1052" y="424"/>
                  </a:lnTo>
                  <a:lnTo>
                    <a:pt x="1056" y="450"/>
                  </a:lnTo>
                  <a:lnTo>
                    <a:pt x="1060" y="476"/>
                  </a:lnTo>
                  <a:lnTo>
                    <a:pt x="1063" y="504"/>
                  </a:lnTo>
                  <a:lnTo>
                    <a:pt x="1063" y="5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uas Partes de Conteúdo" type="twoObj">
  <p:cSld name="TWO_OBJECTS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4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4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3" name="Google Shape;103;p24"/>
          <p:cNvSpPr txBox="1">
            <a:spLocks noGrp="1"/>
          </p:cNvSpPr>
          <p:nvPr>
            <p:ph type="body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4" name="Google Shape;104;p2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4"/>
          <p:cNvSpPr txBox="1">
            <a:spLocks noGrp="1"/>
          </p:cNvSpPr>
          <p:nvPr>
            <p:ph type="sldNum" idx="12"/>
          </p:nvPr>
        </p:nvSpPr>
        <p:spPr>
          <a:xfrm>
            <a:off x="6948264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cxnSp>
        <p:nvCxnSpPr>
          <p:cNvPr id="107" name="Google Shape;107;p24"/>
          <p:cNvCxnSpPr/>
          <p:nvPr/>
        </p:nvCxnSpPr>
        <p:spPr>
          <a:xfrm>
            <a:off x="457200" y="1131590"/>
            <a:ext cx="8229600" cy="0"/>
          </a:xfrm>
          <a:prstGeom prst="straightConnector1">
            <a:avLst/>
          </a:prstGeom>
          <a:noFill/>
          <a:ln w="25400" cap="flat" cmpd="sng">
            <a:solidFill>
              <a:srgbClr val="43B95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ação" type="twoTxTwoObj">
  <p:cSld name="TWO_OBJECTS_WITH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5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5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1" name="Google Shape;111;p25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2" name="Google Shape;112;p25"/>
          <p:cNvSpPr txBox="1">
            <a:spLocks noGrp="1"/>
          </p:cNvSpPr>
          <p:nvPr>
            <p:ph type="body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3" name="Google Shape;113;p25"/>
          <p:cNvSpPr txBox="1">
            <a:spLocks noGrp="1"/>
          </p:cNvSpPr>
          <p:nvPr>
            <p:ph type="body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4" name="Google Shape;114;p2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5"/>
          <p:cNvSpPr txBox="1">
            <a:spLocks noGrp="1"/>
          </p:cNvSpPr>
          <p:nvPr>
            <p:ph type="sldNum" idx="12"/>
          </p:nvPr>
        </p:nvSpPr>
        <p:spPr>
          <a:xfrm>
            <a:off x="6948264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cxnSp>
        <p:nvCxnSpPr>
          <p:cNvPr id="117" name="Google Shape;117;p25"/>
          <p:cNvCxnSpPr/>
          <p:nvPr/>
        </p:nvCxnSpPr>
        <p:spPr>
          <a:xfrm>
            <a:off x="457200" y="1131590"/>
            <a:ext cx="8229600" cy="0"/>
          </a:xfrm>
          <a:prstGeom prst="straightConnector1">
            <a:avLst/>
          </a:prstGeom>
          <a:noFill/>
          <a:ln w="25400" cap="flat" cmpd="sng">
            <a:solidFill>
              <a:srgbClr val="43B95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omente título" type="titleOnly">
  <p:cSld name="TITLE_ONLY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6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6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6"/>
          <p:cNvSpPr txBox="1">
            <a:spLocks noGrp="1"/>
          </p:cNvSpPr>
          <p:nvPr>
            <p:ph type="sldNum" idx="12"/>
          </p:nvPr>
        </p:nvSpPr>
        <p:spPr>
          <a:xfrm>
            <a:off x="6948264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cxnSp>
        <p:nvCxnSpPr>
          <p:cNvPr id="123" name="Google Shape;123;p26"/>
          <p:cNvCxnSpPr/>
          <p:nvPr/>
        </p:nvCxnSpPr>
        <p:spPr>
          <a:xfrm>
            <a:off x="457200" y="1131590"/>
            <a:ext cx="8229600" cy="0"/>
          </a:xfrm>
          <a:prstGeom prst="straightConnector1">
            <a:avLst/>
          </a:prstGeom>
          <a:noFill/>
          <a:ln w="25400" cap="flat" cmpd="sng">
            <a:solidFill>
              <a:srgbClr val="43B95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m branco" type="blank">
  <p:cSld name="BLANK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7"/>
          <p:cNvSpPr txBox="1">
            <a:spLocks noGrp="1"/>
          </p:cNvSpPr>
          <p:nvPr>
            <p:ph type="sldNum" idx="12"/>
          </p:nvPr>
        </p:nvSpPr>
        <p:spPr>
          <a:xfrm>
            <a:off x="6948264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128" name="Google Shape;128;p27"/>
          <p:cNvSpPr/>
          <p:nvPr/>
        </p:nvSpPr>
        <p:spPr>
          <a:xfrm>
            <a:off x="1589" y="4707732"/>
            <a:ext cx="9140825" cy="435769"/>
          </a:xfrm>
          <a:custGeom>
            <a:avLst/>
            <a:gdLst/>
            <a:ahLst/>
            <a:cxnLst/>
            <a:rect l="l" t="t" r="r" b="b"/>
            <a:pathLst>
              <a:path w="17274" h="1098" extrusionOk="0">
                <a:moveTo>
                  <a:pt x="0" y="0"/>
                </a:moveTo>
                <a:lnTo>
                  <a:pt x="15969" y="0"/>
                </a:lnTo>
                <a:lnTo>
                  <a:pt x="15987" y="0"/>
                </a:lnTo>
                <a:lnTo>
                  <a:pt x="15987" y="1"/>
                </a:lnTo>
                <a:lnTo>
                  <a:pt x="15999" y="2"/>
                </a:lnTo>
                <a:lnTo>
                  <a:pt x="16010" y="4"/>
                </a:lnTo>
                <a:lnTo>
                  <a:pt x="16021" y="6"/>
                </a:lnTo>
                <a:lnTo>
                  <a:pt x="16031" y="10"/>
                </a:lnTo>
                <a:lnTo>
                  <a:pt x="16042" y="13"/>
                </a:lnTo>
                <a:lnTo>
                  <a:pt x="16052" y="17"/>
                </a:lnTo>
                <a:lnTo>
                  <a:pt x="16062" y="22"/>
                </a:lnTo>
                <a:lnTo>
                  <a:pt x="16071" y="27"/>
                </a:lnTo>
                <a:lnTo>
                  <a:pt x="16078" y="30"/>
                </a:lnTo>
                <a:lnTo>
                  <a:pt x="16084" y="35"/>
                </a:lnTo>
                <a:lnTo>
                  <a:pt x="16084" y="35"/>
                </a:lnTo>
                <a:lnTo>
                  <a:pt x="16094" y="41"/>
                </a:lnTo>
                <a:lnTo>
                  <a:pt x="16104" y="49"/>
                </a:lnTo>
                <a:lnTo>
                  <a:pt x="16112" y="56"/>
                </a:lnTo>
                <a:lnTo>
                  <a:pt x="16121" y="65"/>
                </a:lnTo>
                <a:lnTo>
                  <a:pt x="16121" y="65"/>
                </a:lnTo>
                <a:lnTo>
                  <a:pt x="16124" y="68"/>
                </a:lnTo>
                <a:lnTo>
                  <a:pt x="16124" y="69"/>
                </a:lnTo>
                <a:lnTo>
                  <a:pt x="16127" y="71"/>
                </a:lnTo>
                <a:lnTo>
                  <a:pt x="16127" y="72"/>
                </a:lnTo>
                <a:lnTo>
                  <a:pt x="16130" y="76"/>
                </a:lnTo>
                <a:lnTo>
                  <a:pt x="16131" y="77"/>
                </a:lnTo>
                <a:lnTo>
                  <a:pt x="16133" y="79"/>
                </a:lnTo>
                <a:lnTo>
                  <a:pt x="16134" y="80"/>
                </a:lnTo>
                <a:lnTo>
                  <a:pt x="16136" y="83"/>
                </a:lnTo>
                <a:lnTo>
                  <a:pt x="16137" y="83"/>
                </a:lnTo>
                <a:lnTo>
                  <a:pt x="16139" y="86"/>
                </a:lnTo>
                <a:lnTo>
                  <a:pt x="16140" y="88"/>
                </a:lnTo>
                <a:lnTo>
                  <a:pt x="16141" y="91"/>
                </a:lnTo>
                <a:lnTo>
                  <a:pt x="16144" y="92"/>
                </a:lnTo>
                <a:lnTo>
                  <a:pt x="16145" y="95"/>
                </a:lnTo>
                <a:lnTo>
                  <a:pt x="16146" y="96"/>
                </a:lnTo>
                <a:lnTo>
                  <a:pt x="16148" y="99"/>
                </a:lnTo>
                <a:lnTo>
                  <a:pt x="16148" y="99"/>
                </a:lnTo>
                <a:lnTo>
                  <a:pt x="16150" y="104"/>
                </a:lnTo>
                <a:lnTo>
                  <a:pt x="16150" y="104"/>
                </a:lnTo>
                <a:lnTo>
                  <a:pt x="16152" y="107"/>
                </a:lnTo>
                <a:lnTo>
                  <a:pt x="16153" y="109"/>
                </a:lnTo>
                <a:lnTo>
                  <a:pt x="16156" y="111"/>
                </a:lnTo>
                <a:lnTo>
                  <a:pt x="16156" y="112"/>
                </a:lnTo>
                <a:lnTo>
                  <a:pt x="16158" y="117"/>
                </a:lnTo>
                <a:lnTo>
                  <a:pt x="16160" y="120"/>
                </a:lnTo>
                <a:lnTo>
                  <a:pt x="16160" y="121"/>
                </a:lnTo>
                <a:lnTo>
                  <a:pt x="16161" y="123"/>
                </a:lnTo>
                <a:lnTo>
                  <a:pt x="16162" y="125"/>
                </a:lnTo>
                <a:lnTo>
                  <a:pt x="16162" y="125"/>
                </a:lnTo>
                <a:lnTo>
                  <a:pt x="16163" y="128"/>
                </a:lnTo>
                <a:lnTo>
                  <a:pt x="16163" y="130"/>
                </a:lnTo>
                <a:lnTo>
                  <a:pt x="16163" y="130"/>
                </a:lnTo>
                <a:lnTo>
                  <a:pt x="16164" y="132"/>
                </a:lnTo>
                <a:lnTo>
                  <a:pt x="16165" y="134"/>
                </a:lnTo>
                <a:lnTo>
                  <a:pt x="16165" y="134"/>
                </a:lnTo>
                <a:lnTo>
                  <a:pt x="16167" y="138"/>
                </a:lnTo>
                <a:lnTo>
                  <a:pt x="16167" y="138"/>
                </a:lnTo>
                <a:lnTo>
                  <a:pt x="16168" y="142"/>
                </a:lnTo>
                <a:lnTo>
                  <a:pt x="16168" y="144"/>
                </a:lnTo>
                <a:lnTo>
                  <a:pt x="16170" y="146"/>
                </a:lnTo>
                <a:lnTo>
                  <a:pt x="16171" y="149"/>
                </a:lnTo>
                <a:lnTo>
                  <a:pt x="16171" y="150"/>
                </a:lnTo>
                <a:lnTo>
                  <a:pt x="16172" y="153"/>
                </a:lnTo>
                <a:lnTo>
                  <a:pt x="16173" y="156"/>
                </a:lnTo>
                <a:lnTo>
                  <a:pt x="16174" y="158"/>
                </a:lnTo>
                <a:lnTo>
                  <a:pt x="16174" y="161"/>
                </a:lnTo>
                <a:lnTo>
                  <a:pt x="16175" y="163"/>
                </a:lnTo>
                <a:lnTo>
                  <a:pt x="16175" y="165"/>
                </a:lnTo>
                <a:lnTo>
                  <a:pt x="16176" y="169"/>
                </a:lnTo>
                <a:lnTo>
                  <a:pt x="16176" y="171"/>
                </a:lnTo>
                <a:lnTo>
                  <a:pt x="16177" y="174"/>
                </a:lnTo>
                <a:lnTo>
                  <a:pt x="16177" y="175"/>
                </a:lnTo>
                <a:lnTo>
                  <a:pt x="16178" y="178"/>
                </a:lnTo>
                <a:lnTo>
                  <a:pt x="16178" y="180"/>
                </a:lnTo>
                <a:lnTo>
                  <a:pt x="16178" y="183"/>
                </a:lnTo>
                <a:lnTo>
                  <a:pt x="16179" y="186"/>
                </a:lnTo>
                <a:lnTo>
                  <a:pt x="16179" y="189"/>
                </a:lnTo>
                <a:lnTo>
                  <a:pt x="16179" y="189"/>
                </a:lnTo>
                <a:lnTo>
                  <a:pt x="16182" y="170"/>
                </a:lnTo>
                <a:lnTo>
                  <a:pt x="16188" y="151"/>
                </a:lnTo>
                <a:lnTo>
                  <a:pt x="16194" y="133"/>
                </a:lnTo>
                <a:lnTo>
                  <a:pt x="16203" y="116"/>
                </a:lnTo>
                <a:lnTo>
                  <a:pt x="16213" y="98"/>
                </a:lnTo>
                <a:lnTo>
                  <a:pt x="16224" y="83"/>
                </a:lnTo>
                <a:lnTo>
                  <a:pt x="16235" y="68"/>
                </a:lnTo>
                <a:lnTo>
                  <a:pt x="16249" y="55"/>
                </a:lnTo>
                <a:lnTo>
                  <a:pt x="16263" y="43"/>
                </a:lnTo>
                <a:lnTo>
                  <a:pt x="16279" y="32"/>
                </a:lnTo>
                <a:lnTo>
                  <a:pt x="16295" y="23"/>
                </a:lnTo>
                <a:lnTo>
                  <a:pt x="16312" y="15"/>
                </a:lnTo>
                <a:lnTo>
                  <a:pt x="16330" y="9"/>
                </a:lnTo>
                <a:lnTo>
                  <a:pt x="16349" y="4"/>
                </a:lnTo>
                <a:lnTo>
                  <a:pt x="16368" y="1"/>
                </a:lnTo>
                <a:lnTo>
                  <a:pt x="16389" y="0"/>
                </a:lnTo>
                <a:lnTo>
                  <a:pt x="17062" y="0"/>
                </a:lnTo>
                <a:lnTo>
                  <a:pt x="17073" y="0"/>
                </a:lnTo>
                <a:lnTo>
                  <a:pt x="17084" y="1"/>
                </a:lnTo>
                <a:lnTo>
                  <a:pt x="17095" y="2"/>
                </a:lnTo>
                <a:lnTo>
                  <a:pt x="17104" y="4"/>
                </a:lnTo>
                <a:lnTo>
                  <a:pt x="17125" y="10"/>
                </a:lnTo>
                <a:lnTo>
                  <a:pt x="17144" y="16"/>
                </a:lnTo>
                <a:lnTo>
                  <a:pt x="17163" y="26"/>
                </a:lnTo>
                <a:lnTo>
                  <a:pt x="17180" y="37"/>
                </a:lnTo>
                <a:lnTo>
                  <a:pt x="17196" y="49"/>
                </a:lnTo>
                <a:lnTo>
                  <a:pt x="17211" y="63"/>
                </a:lnTo>
                <a:lnTo>
                  <a:pt x="17225" y="78"/>
                </a:lnTo>
                <a:lnTo>
                  <a:pt x="17237" y="94"/>
                </a:lnTo>
                <a:lnTo>
                  <a:pt x="17248" y="111"/>
                </a:lnTo>
                <a:lnTo>
                  <a:pt x="17258" y="130"/>
                </a:lnTo>
                <a:lnTo>
                  <a:pt x="17264" y="149"/>
                </a:lnTo>
                <a:lnTo>
                  <a:pt x="17270" y="170"/>
                </a:lnTo>
                <a:lnTo>
                  <a:pt x="17272" y="179"/>
                </a:lnTo>
                <a:lnTo>
                  <a:pt x="17273" y="190"/>
                </a:lnTo>
                <a:lnTo>
                  <a:pt x="17274" y="201"/>
                </a:lnTo>
                <a:lnTo>
                  <a:pt x="17274" y="212"/>
                </a:lnTo>
                <a:lnTo>
                  <a:pt x="17274" y="1098"/>
                </a:lnTo>
                <a:lnTo>
                  <a:pt x="16194" y="1098"/>
                </a:lnTo>
                <a:lnTo>
                  <a:pt x="15115" y="1098"/>
                </a:lnTo>
                <a:lnTo>
                  <a:pt x="14035" y="1098"/>
                </a:lnTo>
                <a:lnTo>
                  <a:pt x="12956" y="1098"/>
                </a:lnTo>
                <a:lnTo>
                  <a:pt x="11876" y="1098"/>
                </a:lnTo>
                <a:lnTo>
                  <a:pt x="10796" y="1098"/>
                </a:lnTo>
                <a:lnTo>
                  <a:pt x="9717" y="1098"/>
                </a:lnTo>
                <a:lnTo>
                  <a:pt x="8637" y="1098"/>
                </a:lnTo>
                <a:lnTo>
                  <a:pt x="7557" y="1098"/>
                </a:lnTo>
                <a:lnTo>
                  <a:pt x="6478" y="1098"/>
                </a:lnTo>
                <a:lnTo>
                  <a:pt x="5398" y="1098"/>
                </a:lnTo>
                <a:lnTo>
                  <a:pt x="4319" y="1098"/>
                </a:lnTo>
                <a:lnTo>
                  <a:pt x="3239" y="1098"/>
                </a:lnTo>
                <a:lnTo>
                  <a:pt x="2159" y="1098"/>
                </a:lnTo>
                <a:lnTo>
                  <a:pt x="1080" y="1098"/>
                </a:lnTo>
                <a:lnTo>
                  <a:pt x="0" y="1098"/>
                </a:lnTo>
                <a:lnTo>
                  <a:pt x="0" y="0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92D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7"/>
          <p:cNvSpPr txBox="1"/>
          <p:nvPr/>
        </p:nvSpPr>
        <p:spPr>
          <a:xfrm>
            <a:off x="6876256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chemeClr val="lt1"/>
                </a:solidFill>
                <a:latin typeface="Cambria Math"/>
                <a:ea typeface="Cambria Math"/>
                <a:cs typeface="Cambria Math"/>
                <a:sym typeface="Cambria Math"/>
              </a:rPr>
              <a:t>‹nº›</a:t>
            </a:fld>
            <a:endParaRPr sz="1200" b="1" i="0" u="none" strike="noStrike" cap="none">
              <a:solidFill>
                <a:schemeClr val="lt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30" name="Google Shape;130;p27"/>
          <p:cNvSpPr txBox="1"/>
          <p:nvPr/>
        </p:nvSpPr>
        <p:spPr>
          <a:xfrm>
            <a:off x="5652120" y="4812630"/>
            <a:ext cx="280831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www.ifam.edu.br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1" name="Google Shape;131;p27"/>
          <p:cNvGrpSpPr/>
          <p:nvPr/>
        </p:nvGrpSpPr>
        <p:grpSpPr>
          <a:xfrm>
            <a:off x="99884" y="4769520"/>
            <a:ext cx="1152128" cy="299650"/>
            <a:chOff x="68" y="3004"/>
            <a:chExt cx="719" cy="187"/>
          </a:xfrm>
        </p:grpSpPr>
        <p:sp>
          <p:nvSpPr>
            <p:cNvPr id="132" name="Google Shape;132;p27"/>
            <p:cNvSpPr/>
            <p:nvPr/>
          </p:nvSpPr>
          <p:spPr>
            <a:xfrm>
              <a:off x="235" y="3053"/>
              <a:ext cx="8" cy="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27"/>
            <p:cNvSpPr/>
            <p:nvPr/>
          </p:nvSpPr>
          <p:spPr>
            <a:xfrm>
              <a:off x="253" y="3053"/>
              <a:ext cx="36" cy="40"/>
            </a:xfrm>
            <a:custGeom>
              <a:avLst/>
              <a:gdLst/>
              <a:ahLst/>
              <a:cxnLst/>
              <a:rect l="l" t="t" r="r" b="b"/>
              <a:pathLst>
                <a:path w="820" h="923" extrusionOk="0">
                  <a:moveTo>
                    <a:pt x="820" y="923"/>
                  </a:moveTo>
                  <a:lnTo>
                    <a:pt x="571" y="923"/>
                  </a:lnTo>
                  <a:lnTo>
                    <a:pt x="168" y="225"/>
                  </a:lnTo>
                  <a:lnTo>
                    <a:pt x="163" y="225"/>
                  </a:lnTo>
                  <a:lnTo>
                    <a:pt x="166" y="269"/>
                  </a:lnTo>
                  <a:lnTo>
                    <a:pt x="168" y="311"/>
                  </a:lnTo>
                  <a:lnTo>
                    <a:pt x="170" y="349"/>
                  </a:lnTo>
                  <a:lnTo>
                    <a:pt x="172" y="384"/>
                  </a:lnTo>
                  <a:lnTo>
                    <a:pt x="173" y="415"/>
                  </a:lnTo>
                  <a:lnTo>
                    <a:pt x="174" y="443"/>
                  </a:lnTo>
                  <a:lnTo>
                    <a:pt x="174" y="468"/>
                  </a:lnTo>
                  <a:lnTo>
                    <a:pt x="174" y="489"/>
                  </a:lnTo>
                  <a:lnTo>
                    <a:pt x="175" y="923"/>
                  </a:lnTo>
                  <a:lnTo>
                    <a:pt x="0" y="923"/>
                  </a:lnTo>
                  <a:lnTo>
                    <a:pt x="0" y="0"/>
                  </a:lnTo>
                  <a:lnTo>
                    <a:pt x="247" y="0"/>
                  </a:lnTo>
                  <a:lnTo>
                    <a:pt x="649" y="692"/>
                  </a:lnTo>
                  <a:lnTo>
                    <a:pt x="654" y="692"/>
                  </a:lnTo>
                  <a:lnTo>
                    <a:pt x="651" y="649"/>
                  </a:lnTo>
                  <a:lnTo>
                    <a:pt x="649" y="608"/>
                  </a:lnTo>
                  <a:lnTo>
                    <a:pt x="648" y="572"/>
                  </a:lnTo>
                  <a:lnTo>
                    <a:pt x="647" y="538"/>
                  </a:lnTo>
                  <a:lnTo>
                    <a:pt x="645" y="508"/>
                  </a:lnTo>
                  <a:lnTo>
                    <a:pt x="644" y="481"/>
                  </a:lnTo>
                  <a:lnTo>
                    <a:pt x="643" y="457"/>
                  </a:lnTo>
                  <a:lnTo>
                    <a:pt x="643" y="438"/>
                  </a:lnTo>
                  <a:lnTo>
                    <a:pt x="643" y="0"/>
                  </a:lnTo>
                  <a:lnTo>
                    <a:pt x="820" y="0"/>
                  </a:lnTo>
                  <a:lnTo>
                    <a:pt x="820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27"/>
            <p:cNvSpPr/>
            <p:nvPr/>
          </p:nvSpPr>
          <p:spPr>
            <a:xfrm>
              <a:off x="297" y="3052"/>
              <a:ext cx="26" cy="41"/>
            </a:xfrm>
            <a:custGeom>
              <a:avLst/>
              <a:gdLst/>
              <a:ahLst/>
              <a:cxnLst/>
              <a:rect l="l" t="t" r="r" b="b"/>
              <a:pathLst>
                <a:path w="604" h="950" extrusionOk="0">
                  <a:moveTo>
                    <a:pt x="604" y="680"/>
                  </a:moveTo>
                  <a:lnTo>
                    <a:pt x="604" y="696"/>
                  </a:lnTo>
                  <a:lnTo>
                    <a:pt x="603" y="711"/>
                  </a:lnTo>
                  <a:lnTo>
                    <a:pt x="600" y="726"/>
                  </a:lnTo>
                  <a:lnTo>
                    <a:pt x="597" y="740"/>
                  </a:lnTo>
                  <a:lnTo>
                    <a:pt x="594" y="753"/>
                  </a:lnTo>
                  <a:lnTo>
                    <a:pt x="591" y="767"/>
                  </a:lnTo>
                  <a:lnTo>
                    <a:pt x="586" y="779"/>
                  </a:lnTo>
                  <a:lnTo>
                    <a:pt x="581" y="793"/>
                  </a:lnTo>
                  <a:lnTo>
                    <a:pt x="575" y="804"/>
                  </a:lnTo>
                  <a:lnTo>
                    <a:pt x="568" y="816"/>
                  </a:lnTo>
                  <a:lnTo>
                    <a:pt x="561" y="828"/>
                  </a:lnTo>
                  <a:lnTo>
                    <a:pt x="553" y="838"/>
                  </a:lnTo>
                  <a:lnTo>
                    <a:pt x="544" y="849"/>
                  </a:lnTo>
                  <a:lnTo>
                    <a:pt x="534" y="859"/>
                  </a:lnTo>
                  <a:lnTo>
                    <a:pt x="524" y="868"/>
                  </a:lnTo>
                  <a:lnTo>
                    <a:pt x="514" y="877"/>
                  </a:lnTo>
                  <a:lnTo>
                    <a:pt x="501" y="887"/>
                  </a:lnTo>
                  <a:lnTo>
                    <a:pt x="490" y="895"/>
                  </a:lnTo>
                  <a:lnTo>
                    <a:pt x="476" y="902"/>
                  </a:lnTo>
                  <a:lnTo>
                    <a:pt x="464" y="909"/>
                  </a:lnTo>
                  <a:lnTo>
                    <a:pt x="450" y="916"/>
                  </a:lnTo>
                  <a:lnTo>
                    <a:pt x="435" y="922"/>
                  </a:lnTo>
                  <a:lnTo>
                    <a:pt x="421" y="927"/>
                  </a:lnTo>
                  <a:lnTo>
                    <a:pt x="405" y="931"/>
                  </a:lnTo>
                  <a:lnTo>
                    <a:pt x="390" y="936"/>
                  </a:lnTo>
                  <a:lnTo>
                    <a:pt x="373" y="939"/>
                  </a:lnTo>
                  <a:lnTo>
                    <a:pt x="356" y="943"/>
                  </a:lnTo>
                  <a:lnTo>
                    <a:pt x="338" y="946"/>
                  </a:lnTo>
                  <a:lnTo>
                    <a:pt x="320" y="947"/>
                  </a:lnTo>
                  <a:lnTo>
                    <a:pt x="301" y="949"/>
                  </a:lnTo>
                  <a:lnTo>
                    <a:pt x="282" y="950"/>
                  </a:lnTo>
                  <a:lnTo>
                    <a:pt x="262" y="950"/>
                  </a:lnTo>
                  <a:lnTo>
                    <a:pt x="225" y="949"/>
                  </a:lnTo>
                  <a:lnTo>
                    <a:pt x="190" y="946"/>
                  </a:lnTo>
                  <a:lnTo>
                    <a:pt x="156" y="941"/>
                  </a:lnTo>
                  <a:lnTo>
                    <a:pt x="123" y="935"/>
                  </a:lnTo>
                  <a:lnTo>
                    <a:pt x="90" y="928"/>
                  </a:lnTo>
                  <a:lnTo>
                    <a:pt x="59" y="919"/>
                  </a:lnTo>
                  <a:lnTo>
                    <a:pt x="29" y="907"/>
                  </a:lnTo>
                  <a:lnTo>
                    <a:pt x="0" y="894"/>
                  </a:lnTo>
                  <a:lnTo>
                    <a:pt x="0" y="712"/>
                  </a:lnTo>
                  <a:lnTo>
                    <a:pt x="23" y="722"/>
                  </a:lnTo>
                  <a:lnTo>
                    <a:pt x="45" y="732"/>
                  </a:lnTo>
                  <a:lnTo>
                    <a:pt x="66" y="740"/>
                  </a:lnTo>
                  <a:lnTo>
                    <a:pt x="87" y="747"/>
                  </a:lnTo>
                  <a:lnTo>
                    <a:pt x="105" y="755"/>
                  </a:lnTo>
                  <a:lnTo>
                    <a:pt x="124" y="761"/>
                  </a:lnTo>
                  <a:lnTo>
                    <a:pt x="142" y="766"/>
                  </a:lnTo>
                  <a:lnTo>
                    <a:pt x="158" y="771"/>
                  </a:lnTo>
                  <a:lnTo>
                    <a:pt x="190" y="778"/>
                  </a:lnTo>
                  <a:lnTo>
                    <a:pt x="221" y="783"/>
                  </a:lnTo>
                  <a:lnTo>
                    <a:pt x="250" y="787"/>
                  </a:lnTo>
                  <a:lnTo>
                    <a:pt x="277" y="788"/>
                  </a:lnTo>
                  <a:lnTo>
                    <a:pt x="292" y="788"/>
                  </a:lnTo>
                  <a:lnTo>
                    <a:pt x="308" y="787"/>
                  </a:lnTo>
                  <a:lnTo>
                    <a:pt x="321" y="784"/>
                  </a:lnTo>
                  <a:lnTo>
                    <a:pt x="335" y="781"/>
                  </a:lnTo>
                  <a:lnTo>
                    <a:pt x="346" y="778"/>
                  </a:lnTo>
                  <a:lnTo>
                    <a:pt x="358" y="774"/>
                  </a:lnTo>
                  <a:lnTo>
                    <a:pt x="367" y="769"/>
                  </a:lnTo>
                  <a:lnTo>
                    <a:pt x="376" y="764"/>
                  </a:lnTo>
                  <a:lnTo>
                    <a:pt x="384" y="757"/>
                  </a:lnTo>
                  <a:lnTo>
                    <a:pt x="392" y="749"/>
                  </a:lnTo>
                  <a:lnTo>
                    <a:pt x="398" y="741"/>
                  </a:lnTo>
                  <a:lnTo>
                    <a:pt x="402" y="733"/>
                  </a:lnTo>
                  <a:lnTo>
                    <a:pt x="406" y="724"/>
                  </a:lnTo>
                  <a:lnTo>
                    <a:pt x="409" y="713"/>
                  </a:lnTo>
                  <a:lnTo>
                    <a:pt x="410" y="702"/>
                  </a:lnTo>
                  <a:lnTo>
                    <a:pt x="411" y="690"/>
                  </a:lnTo>
                  <a:lnTo>
                    <a:pt x="410" y="677"/>
                  </a:lnTo>
                  <a:lnTo>
                    <a:pt x="407" y="665"/>
                  </a:lnTo>
                  <a:lnTo>
                    <a:pt x="402" y="652"/>
                  </a:lnTo>
                  <a:lnTo>
                    <a:pt x="396" y="642"/>
                  </a:lnTo>
                  <a:lnTo>
                    <a:pt x="388" y="632"/>
                  </a:lnTo>
                  <a:lnTo>
                    <a:pt x="377" y="621"/>
                  </a:lnTo>
                  <a:lnTo>
                    <a:pt x="365" y="611"/>
                  </a:lnTo>
                  <a:lnTo>
                    <a:pt x="351" y="601"/>
                  </a:lnTo>
                  <a:lnTo>
                    <a:pt x="333" y="589"/>
                  </a:lnTo>
                  <a:lnTo>
                    <a:pt x="306" y="576"/>
                  </a:lnTo>
                  <a:lnTo>
                    <a:pt x="273" y="558"/>
                  </a:lnTo>
                  <a:lnTo>
                    <a:pt x="231" y="539"/>
                  </a:lnTo>
                  <a:lnTo>
                    <a:pt x="191" y="519"/>
                  </a:lnTo>
                  <a:lnTo>
                    <a:pt x="157" y="499"/>
                  </a:lnTo>
                  <a:lnTo>
                    <a:pt x="142" y="490"/>
                  </a:lnTo>
                  <a:lnTo>
                    <a:pt x="127" y="481"/>
                  </a:lnTo>
                  <a:lnTo>
                    <a:pt x="115" y="471"/>
                  </a:lnTo>
                  <a:lnTo>
                    <a:pt x="103" y="462"/>
                  </a:lnTo>
                  <a:lnTo>
                    <a:pt x="93" y="453"/>
                  </a:lnTo>
                  <a:lnTo>
                    <a:pt x="84" y="443"/>
                  </a:lnTo>
                  <a:lnTo>
                    <a:pt x="74" y="433"/>
                  </a:lnTo>
                  <a:lnTo>
                    <a:pt x="65" y="422"/>
                  </a:lnTo>
                  <a:lnTo>
                    <a:pt x="58" y="412"/>
                  </a:lnTo>
                  <a:lnTo>
                    <a:pt x="50" y="400"/>
                  </a:lnTo>
                  <a:lnTo>
                    <a:pt x="42" y="389"/>
                  </a:lnTo>
                  <a:lnTo>
                    <a:pt x="36" y="376"/>
                  </a:lnTo>
                  <a:lnTo>
                    <a:pt x="30" y="364"/>
                  </a:lnTo>
                  <a:lnTo>
                    <a:pt x="25" y="352"/>
                  </a:lnTo>
                  <a:lnTo>
                    <a:pt x="21" y="338"/>
                  </a:lnTo>
                  <a:lnTo>
                    <a:pt x="17" y="324"/>
                  </a:lnTo>
                  <a:lnTo>
                    <a:pt x="14" y="309"/>
                  </a:lnTo>
                  <a:lnTo>
                    <a:pt x="12" y="295"/>
                  </a:lnTo>
                  <a:lnTo>
                    <a:pt x="11" y="279"/>
                  </a:lnTo>
                  <a:lnTo>
                    <a:pt x="10" y="263"/>
                  </a:lnTo>
                  <a:lnTo>
                    <a:pt x="11" y="248"/>
                  </a:lnTo>
                  <a:lnTo>
                    <a:pt x="12" y="233"/>
                  </a:lnTo>
                  <a:lnTo>
                    <a:pt x="13" y="218"/>
                  </a:lnTo>
                  <a:lnTo>
                    <a:pt x="15" y="205"/>
                  </a:lnTo>
                  <a:lnTo>
                    <a:pt x="19" y="191"/>
                  </a:lnTo>
                  <a:lnTo>
                    <a:pt x="23" y="178"/>
                  </a:lnTo>
                  <a:lnTo>
                    <a:pt x="27" y="166"/>
                  </a:lnTo>
                  <a:lnTo>
                    <a:pt x="31" y="153"/>
                  </a:lnTo>
                  <a:lnTo>
                    <a:pt x="37" y="142"/>
                  </a:lnTo>
                  <a:lnTo>
                    <a:pt x="43" y="131"/>
                  </a:lnTo>
                  <a:lnTo>
                    <a:pt x="50" y="119"/>
                  </a:lnTo>
                  <a:lnTo>
                    <a:pt x="58" y="109"/>
                  </a:lnTo>
                  <a:lnTo>
                    <a:pt x="66" y="99"/>
                  </a:lnTo>
                  <a:lnTo>
                    <a:pt x="74" y="88"/>
                  </a:lnTo>
                  <a:lnTo>
                    <a:pt x="84" y="79"/>
                  </a:lnTo>
                  <a:lnTo>
                    <a:pt x="94" y="71"/>
                  </a:lnTo>
                  <a:lnTo>
                    <a:pt x="104" y="61"/>
                  </a:lnTo>
                  <a:lnTo>
                    <a:pt x="116" y="54"/>
                  </a:lnTo>
                  <a:lnTo>
                    <a:pt x="127" y="46"/>
                  </a:lnTo>
                  <a:lnTo>
                    <a:pt x="139" y="40"/>
                  </a:lnTo>
                  <a:lnTo>
                    <a:pt x="152" y="33"/>
                  </a:lnTo>
                  <a:lnTo>
                    <a:pt x="165" y="27"/>
                  </a:lnTo>
                  <a:lnTo>
                    <a:pt x="179" y="22"/>
                  </a:lnTo>
                  <a:lnTo>
                    <a:pt x="193" y="18"/>
                  </a:lnTo>
                  <a:lnTo>
                    <a:pt x="208" y="14"/>
                  </a:lnTo>
                  <a:lnTo>
                    <a:pt x="223" y="10"/>
                  </a:lnTo>
                  <a:lnTo>
                    <a:pt x="239" y="7"/>
                  </a:lnTo>
                  <a:lnTo>
                    <a:pt x="254" y="5"/>
                  </a:lnTo>
                  <a:lnTo>
                    <a:pt x="271" y="2"/>
                  </a:lnTo>
                  <a:lnTo>
                    <a:pt x="288" y="1"/>
                  </a:lnTo>
                  <a:lnTo>
                    <a:pt x="306" y="0"/>
                  </a:lnTo>
                  <a:lnTo>
                    <a:pt x="325" y="0"/>
                  </a:lnTo>
                  <a:lnTo>
                    <a:pt x="342" y="0"/>
                  </a:lnTo>
                  <a:lnTo>
                    <a:pt x="360" y="1"/>
                  </a:lnTo>
                  <a:lnTo>
                    <a:pt x="377" y="2"/>
                  </a:lnTo>
                  <a:lnTo>
                    <a:pt x="395" y="5"/>
                  </a:lnTo>
                  <a:lnTo>
                    <a:pt x="411" y="7"/>
                  </a:lnTo>
                  <a:lnTo>
                    <a:pt x="429" y="10"/>
                  </a:lnTo>
                  <a:lnTo>
                    <a:pt x="445" y="13"/>
                  </a:lnTo>
                  <a:lnTo>
                    <a:pt x="462" y="17"/>
                  </a:lnTo>
                  <a:lnTo>
                    <a:pt x="495" y="26"/>
                  </a:lnTo>
                  <a:lnTo>
                    <a:pt x="529" y="38"/>
                  </a:lnTo>
                  <a:lnTo>
                    <a:pt x="563" y="51"/>
                  </a:lnTo>
                  <a:lnTo>
                    <a:pt x="599" y="65"/>
                  </a:lnTo>
                  <a:lnTo>
                    <a:pt x="535" y="217"/>
                  </a:lnTo>
                  <a:lnTo>
                    <a:pt x="500" y="204"/>
                  </a:lnTo>
                  <a:lnTo>
                    <a:pt x="468" y="191"/>
                  </a:lnTo>
                  <a:lnTo>
                    <a:pt x="439" y="182"/>
                  </a:lnTo>
                  <a:lnTo>
                    <a:pt x="413" y="175"/>
                  </a:lnTo>
                  <a:lnTo>
                    <a:pt x="389" y="170"/>
                  </a:lnTo>
                  <a:lnTo>
                    <a:pt x="365" y="166"/>
                  </a:lnTo>
                  <a:lnTo>
                    <a:pt x="341" y="164"/>
                  </a:lnTo>
                  <a:lnTo>
                    <a:pt x="318" y="164"/>
                  </a:lnTo>
                  <a:lnTo>
                    <a:pt x="304" y="164"/>
                  </a:lnTo>
                  <a:lnTo>
                    <a:pt x="291" y="165"/>
                  </a:lnTo>
                  <a:lnTo>
                    <a:pt x="280" y="167"/>
                  </a:lnTo>
                  <a:lnTo>
                    <a:pt x="269" y="170"/>
                  </a:lnTo>
                  <a:lnTo>
                    <a:pt x="258" y="173"/>
                  </a:lnTo>
                  <a:lnTo>
                    <a:pt x="249" y="178"/>
                  </a:lnTo>
                  <a:lnTo>
                    <a:pt x="240" y="183"/>
                  </a:lnTo>
                  <a:lnTo>
                    <a:pt x="233" y="189"/>
                  </a:lnTo>
                  <a:lnTo>
                    <a:pt x="225" y="196"/>
                  </a:lnTo>
                  <a:lnTo>
                    <a:pt x="219" y="203"/>
                  </a:lnTo>
                  <a:lnTo>
                    <a:pt x="214" y="211"/>
                  </a:lnTo>
                  <a:lnTo>
                    <a:pt x="210" y="218"/>
                  </a:lnTo>
                  <a:lnTo>
                    <a:pt x="207" y="228"/>
                  </a:lnTo>
                  <a:lnTo>
                    <a:pt x="205" y="237"/>
                  </a:lnTo>
                  <a:lnTo>
                    <a:pt x="203" y="246"/>
                  </a:lnTo>
                  <a:lnTo>
                    <a:pt x="203" y="257"/>
                  </a:lnTo>
                  <a:lnTo>
                    <a:pt x="204" y="269"/>
                  </a:lnTo>
                  <a:lnTo>
                    <a:pt x="206" y="281"/>
                  </a:lnTo>
                  <a:lnTo>
                    <a:pt x="210" y="292"/>
                  </a:lnTo>
                  <a:lnTo>
                    <a:pt x="215" y="302"/>
                  </a:lnTo>
                  <a:lnTo>
                    <a:pt x="221" y="311"/>
                  </a:lnTo>
                  <a:lnTo>
                    <a:pt x="230" y="321"/>
                  </a:lnTo>
                  <a:lnTo>
                    <a:pt x="241" y="330"/>
                  </a:lnTo>
                  <a:lnTo>
                    <a:pt x="253" y="339"/>
                  </a:lnTo>
                  <a:lnTo>
                    <a:pt x="271" y="350"/>
                  </a:lnTo>
                  <a:lnTo>
                    <a:pt x="297" y="364"/>
                  </a:lnTo>
                  <a:lnTo>
                    <a:pt x="333" y="383"/>
                  </a:lnTo>
                  <a:lnTo>
                    <a:pt x="377" y="403"/>
                  </a:lnTo>
                  <a:lnTo>
                    <a:pt x="408" y="419"/>
                  </a:lnTo>
                  <a:lnTo>
                    <a:pt x="437" y="434"/>
                  </a:lnTo>
                  <a:lnTo>
                    <a:pt x="463" y="451"/>
                  </a:lnTo>
                  <a:lnTo>
                    <a:pt x="487" y="466"/>
                  </a:lnTo>
                  <a:lnTo>
                    <a:pt x="507" y="482"/>
                  </a:lnTo>
                  <a:lnTo>
                    <a:pt x="526" y="497"/>
                  </a:lnTo>
                  <a:lnTo>
                    <a:pt x="542" y="513"/>
                  </a:lnTo>
                  <a:lnTo>
                    <a:pt x="555" y="528"/>
                  </a:lnTo>
                  <a:lnTo>
                    <a:pt x="566" y="544"/>
                  </a:lnTo>
                  <a:lnTo>
                    <a:pt x="577" y="560"/>
                  </a:lnTo>
                  <a:lnTo>
                    <a:pt x="585" y="579"/>
                  </a:lnTo>
                  <a:lnTo>
                    <a:pt x="591" y="597"/>
                  </a:lnTo>
                  <a:lnTo>
                    <a:pt x="596" y="617"/>
                  </a:lnTo>
                  <a:lnTo>
                    <a:pt x="600" y="637"/>
                  </a:lnTo>
                  <a:lnTo>
                    <a:pt x="603" y="658"/>
                  </a:lnTo>
                  <a:lnTo>
                    <a:pt x="604" y="68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27"/>
            <p:cNvSpPr/>
            <p:nvPr/>
          </p:nvSpPr>
          <p:spPr>
            <a:xfrm>
              <a:off x="326" y="3053"/>
              <a:ext cx="31" cy="40"/>
            </a:xfrm>
            <a:custGeom>
              <a:avLst/>
              <a:gdLst/>
              <a:ahLst/>
              <a:cxnLst/>
              <a:rect l="l" t="t" r="r" b="b"/>
              <a:pathLst>
                <a:path w="699" h="923" extrusionOk="0">
                  <a:moveTo>
                    <a:pt x="448" y="923"/>
                  </a:moveTo>
                  <a:lnTo>
                    <a:pt x="251" y="923"/>
                  </a:lnTo>
                  <a:lnTo>
                    <a:pt x="251" y="163"/>
                  </a:lnTo>
                  <a:lnTo>
                    <a:pt x="0" y="163"/>
                  </a:lnTo>
                  <a:lnTo>
                    <a:pt x="0" y="0"/>
                  </a:lnTo>
                  <a:lnTo>
                    <a:pt x="699" y="0"/>
                  </a:lnTo>
                  <a:lnTo>
                    <a:pt x="699" y="163"/>
                  </a:lnTo>
                  <a:lnTo>
                    <a:pt x="448" y="163"/>
                  </a:lnTo>
                  <a:lnTo>
                    <a:pt x="448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27"/>
            <p:cNvSpPr/>
            <p:nvPr/>
          </p:nvSpPr>
          <p:spPr>
            <a:xfrm>
              <a:off x="363" y="3053"/>
              <a:ext cx="9" cy="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27"/>
            <p:cNvSpPr/>
            <p:nvPr/>
          </p:nvSpPr>
          <p:spPr>
            <a:xfrm>
              <a:off x="378" y="3053"/>
              <a:ext cx="30" cy="40"/>
            </a:xfrm>
            <a:custGeom>
              <a:avLst/>
              <a:gdLst/>
              <a:ahLst/>
              <a:cxnLst/>
              <a:rect l="l" t="t" r="r" b="b"/>
              <a:pathLst>
                <a:path w="699" h="923" extrusionOk="0">
                  <a:moveTo>
                    <a:pt x="448" y="923"/>
                  </a:moveTo>
                  <a:lnTo>
                    <a:pt x="252" y="923"/>
                  </a:lnTo>
                  <a:lnTo>
                    <a:pt x="252" y="163"/>
                  </a:lnTo>
                  <a:lnTo>
                    <a:pt x="0" y="163"/>
                  </a:lnTo>
                  <a:lnTo>
                    <a:pt x="0" y="0"/>
                  </a:lnTo>
                  <a:lnTo>
                    <a:pt x="699" y="0"/>
                  </a:lnTo>
                  <a:lnTo>
                    <a:pt x="699" y="163"/>
                  </a:lnTo>
                  <a:lnTo>
                    <a:pt x="448" y="163"/>
                  </a:lnTo>
                  <a:lnTo>
                    <a:pt x="448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27"/>
            <p:cNvSpPr/>
            <p:nvPr/>
          </p:nvSpPr>
          <p:spPr>
            <a:xfrm>
              <a:off x="414" y="3053"/>
              <a:ext cx="33" cy="40"/>
            </a:xfrm>
            <a:custGeom>
              <a:avLst/>
              <a:gdLst/>
              <a:ahLst/>
              <a:cxnLst/>
              <a:rect l="l" t="t" r="r" b="b"/>
              <a:pathLst>
                <a:path w="760" h="937" extrusionOk="0">
                  <a:moveTo>
                    <a:pt x="760" y="0"/>
                  </a:moveTo>
                  <a:lnTo>
                    <a:pt x="760" y="598"/>
                  </a:lnTo>
                  <a:lnTo>
                    <a:pt x="759" y="623"/>
                  </a:lnTo>
                  <a:lnTo>
                    <a:pt x="757" y="647"/>
                  </a:lnTo>
                  <a:lnTo>
                    <a:pt x="754" y="671"/>
                  </a:lnTo>
                  <a:lnTo>
                    <a:pt x="749" y="694"/>
                  </a:lnTo>
                  <a:lnTo>
                    <a:pt x="743" y="716"/>
                  </a:lnTo>
                  <a:lnTo>
                    <a:pt x="734" y="737"/>
                  </a:lnTo>
                  <a:lnTo>
                    <a:pt x="725" y="758"/>
                  </a:lnTo>
                  <a:lnTo>
                    <a:pt x="715" y="778"/>
                  </a:lnTo>
                  <a:lnTo>
                    <a:pt x="702" y="796"/>
                  </a:lnTo>
                  <a:lnTo>
                    <a:pt x="689" y="814"/>
                  </a:lnTo>
                  <a:lnTo>
                    <a:pt x="674" y="830"/>
                  </a:lnTo>
                  <a:lnTo>
                    <a:pt x="658" y="846"/>
                  </a:lnTo>
                  <a:lnTo>
                    <a:pt x="641" y="859"/>
                  </a:lnTo>
                  <a:lnTo>
                    <a:pt x="623" y="873"/>
                  </a:lnTo>
                  <a:lnTo>
                    <a:pt x="603" y="885"/>
                  </a:lnTo>
                  <a:lnTo>
                    <a:pt x="581" y="895"/>
                  </a:lnTo>
                  <a:lnTo>
                    <a:pt x="560" y="905"/>
                  </a:lnTo>
                  <a:lnTo>
                    <a:pt x="536" y="913"/>
                  </a:lnTo>
                  <a:lnTo>
                    <a:pt x="512" y="920"/>
                  </a:lnTo>
                  <a:lnTo>
                    <a:pt x="487" y="926"/>
                  </a:lnTo>
                  <a:lnTo>
                    <a:pt x="460" y="931"/>
                  </a:lnTo>
                  <a:lnTo>
                    <a:pt x="434" y="934"/>
                  </a:lnTo>
                  <a:lnTo>
                    <a:pt x="406" y="936"/>
                  </a:lnTo>
                  <a:lnTo>
                    <a:pt x="377" y="937"/>
                  </a:lnTo>
                  <a:lnTo>
                    <a:pt x="354" y="937"/>
                  </a:lnTo>
                  <a:lnTo>
                    <a:pt x="333" y="935"/>
                  </a:lnTo>
                  <a:lnTo>
                    <a:pt x="313" y="934"/>
                  </a:lnTo>
                  <a:lnTo>
                    <a:pt x="292" y="931"/>
                  </a:lnTo>
                  <a:lnTo>
                    <a:pt x="272" y="927"/>
                  </a:lnTo>
                  <a:lnTo>
                    <a:pt x="254" y="923"/>
                  </a:lnTo>
                  <a:lnTo>
                    <a:pt x="236" y="919"/>
                  </a:lnTo>
                  <a:lnTo>
                    <a:pt x="218" y="914"/>
                  </a:lnTo>
                  <a:lnTo>
                    <a:pt x="201" y="908"/>
                  </a:lnTo>
                  <a:lnTo>
                    <a:pt x="184" y="901"/>
                  </a:lnTo>
                  <a:lnTo>
                    <a:pt x="169" y="893"/>
                  </a:lnTo>
                  <a:lnTo>
                    <a:pt x="153" y="885"/>
                  </a:lnTo>
                  <a:lnTo>
                    <a:pt x="139" y="876"/>
                  </a:lnTo>
                  <a:lnTo>
                    <a:pt x="126" y="867"/>
                  </a:lnTo>
                  <a:lnTo>
                    <a:pt x="112" y="856"/>
                  </a:lnTo>
                  <a:lnTo>
                    <a:pt x="100" y="845"/>
                  </a:lnTo>
                  <a:lnTo>
                    <a:pt x="87" y="833"/>
                  </a:lnTo>
                  <a:lnTo>
                    <a:pt x="76" y="821"/>
                  </a:lnTo>
                  <a:lnTo>
                    <a:pt x="66" y="809"/>
                  </a:lnTo>
                  <a:lnTo>
                    <a:pt x="56" y="795"/>
                  </a:lnTo>
                  <a:lnTo>
                    <a:pt x="47" y="782"/>
                  </a:lnTo>
                  <a:lnTo>
                    <a:pt x="39" y="767"/>
                  </a:lnTo>
                  <a:lnTo>
                    <a:pt x="32" y="753"/>
                  </a:lnTo>
                  <a:lnTo>
                    <a:pt x="25" y="737"/>
                  </a:lnTo>
                  <a:lnTo>
                    <a:pt x="19" y="721"/>
                  </a:lnTo>
                  <a:lnTo>
                    <a:pt x="14" y="705"/>
                  </a:lnTo>
                  <a:lnTo>
                    <a:pt x="10" y="688"/>
                  </a:lnTo>
                  <a:lnTo>
                    <a:pt x="7" y="670"/>
                  </a:lnTo>
                  <a:lnTo>
                    <a:pt x="4" y="653"/>
                  </a:lnTo>
                  <a:lnTo>
                    <a:pt x="3" y="634"/>
                  </a:lnTo>
                  <a:lnTo>
                    <a:pt x="0" y="614"/>
                  </a:lnTo>
                  <a:lnTo>
                    <a:pt x="0" y="595"/>
                  </a:lnTo>
                  <a:lnTo>
                    <a:pt x="0" y="0"/>
                  </a:lnTo>
                  <a:lnTo>
                    <a:pt x="196" y="0"/>
                  </a:lnTo>
                  <a:lnTo>
                    <a:pt x="196" y="566"/>
                  </a:lnTo>
                  <a:lnTo>
                    <a:pt x="197" y="592"/>
                  </a:lnTo>
                  <a:lnTo>
                    <a:pt x="199" y="615"/>
                  </a:lnTo>
                  <a:lnTo>
                    <a:pt x="202" y="638"/>
                  </a:lnTo>
                  <a:lnTo>
                    <a:pt x="207" y="658"/>
                  </a:lnTo>
                  <a:lnTo>
                    <a:pt x="213" y="676"/>
                  </a:lnTo>
                  <a:lnTo>
                    <a:pt x="221" y="694"/>
                  </a:lnTo>
                  <a:lnTo>
                    <a:pt x="225" y="701"/>
                  </a:lnTo>
                  <a:lnTo>
                    <a:pt x="229" y="708"/>
                  </a:lnTo>
                  <a:lnTo>
                    <a:pt x="234" y="716"/>
                  </a:lnTo>
                  <a:lnTo>
                    <a:pt x="239" y="722"/>
                  </a:lnTo>
                  <a:lnTo>
                    <a:pt x="244" y="728"/>
                  </a:lnTo>
                  <a:lnTo>
                    <a:pt x="251" y="734"/>
                  </a:lnTo>
                  <a:lnTo>
                    <a:pt x="257" y="739"/>
                  </a:lnTo>
                  <a:lnTo>
                    <a:pt x="264" y="745"/>
                  </a:lnTo>
                  <a:lnTo>
                    <a:pt x="271" y="749"/>
                  </a:lnTo>
                  <a:lnTo>
                    <a:pt x="280" y="753"/>
                  </a:lnTo>
                  <a:lnTo>
                    <a:pt x="288" y="757"/>
                  </a:lnTo>
                  <a:lnTo>
                    <a:pt x="296" y="760"/>
                  </a:lnTo>
                  <a:lnTo>
                    <a:pt x="315" y="765"/>
                  </a:lnTo>
                  <a:lnTo>
                    <a:pt x="335" y="769"/>
                  </a:lnTo>
                  <a:lnTo>
                    <a:pt x="358" y="771"/>
                  </a:lnTo>
                  <a:lnTo>
                    <a:pt x="382" y="772"/>
                  </a:lnTo>
                  <a:lnTo>
                    <a:pt x="405" y="771"/>
                  </a:lnTo>
                  <a:lnTo>
                    <a:pt x="426" y="769"/>
                  </a:lnTo>
                  <a:lnTo>
                    <a:pt x="446" y="765"/>
                  </a:lnTo>
                  <a:lnTo>
                    <a:pt x="465" y="760"/>
                  </a:lnTo>
                  <a:lnTo>
                    <a:pt x="473" y="756"/>
                  </a:lnTo>
                  <a:lnTo>
                    <a:pt x="481" y="753"/>
                  </a:lnTo>
                  <a:lnTo>
                    <a:pt x="489" y="749"/>
                  </a:lnTo>
                  <a:lnTo>
                    <a:pt x="497" y="744"/>
                  </a:lnTo>
                  <a:lnTo>
                    <a:pt x="503" y="739"/>
                  </a:lnTo>
                  <a:lnTo>
                    <a:pt x="510" y="734"/>
                  </a:lnTo>
                  <a:lnTo>
                    <a:pt x="515" y="728"/>
                  </a:lnTo>
                  <a:lnTo>
                    <a:pt x="521" y="722"/>
                  </a:lnTo>
                  <a:lnTo>
                    <a:pt x="527" y="716"/>
                  </a:lnTo>
                  <a:lnTo>
                    <a:pt x="532" y="708"/>
                  </a:lnTo>
                  <a:lnTo>
                    <a:pt x="536" y="701"/>
                  </a:lnTo>
                  <a:lnTo>
                    <a:pt x="540" y="693"/>
                  </a:lnTo>
                  <a:lnTo>
                    <a:pt x="547" y="676"/>
                  </a:lnTo>
                  <a:lnTo>
                    <a:pt x="553" y="658"/>
                  </a:lnTo>
                  <a:lnTo>
                    <a:pt x="559" y="637"/>
                  </a:lnTo>
                  <a:lnTo>
                    <a:pt x="562" y="614"/>
                  </a:lnTo>
                  <a:lnTo>
                    <a:pt x="564" y="591"/>
                  </a:lnTo>
                  <a:lnTo>
                    <a:pt x="565" y="565"/>
                  </a:lnTo>
                  <a:lnTo>
                    <a:pt x="565" y="0"/>
                  </a:lnTo>
                  <a:lnTo>
                    <a:pt x="7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27"/>
            <p:cNvSpPr/>
            <p:nvPr/>
          </p:nvSpPr>
          <p:spPr>
            <a:xfrm>
              <a:off x="453" y="3053"/>
              <a:ext cx="31" cy="40"/>
            </a:xfrm>
            <a:custGeom>
              <a:avLst/>
              <a:gdLst/>
              <a:ahLst/>
              <a:cxnLst/>
              <a:rect l="l" t="t" r="r" b="b"/>
              <a:pathLst>
                <a:path w="699" h="923" extrusionOk="0">
                  <a:moveTo>
                    <a:pt x="447" y="923"/>
                  </a:moveTo>
                  <a:lnTo>
                    <a:pt x="251" y="923"/>
                  </a:lnTo>
                  <a:lnTo>
                    <a:pt x="251" y="163"/>
                  </a:lnTo>
                  <a:lnTo>
                    <a:pt x="0" y="163"/>
                  </a:lnTo>
                  <a:lnTo>
                    <a:pt x="0" y="0"/>
                  </a:lnTo>
                  <a:lnTo>
                    <a:pt x="699" y="0"/>
                  </a:lnTo>
                  <a:lnTo>
                    <a:pt x="699" y="163"/>
                  </a:lnTo>
                  <a:lnTo>
                    <a:pt x="447" y="163"/>
                  </a:lnTo>
                  <a:lnTo>
                    <a:pt x="447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27"/>
            <p:cNvSpPr/>
            <p:nvPr/>
          </p:nvSpPr>
          <p:spPr>
            <a:xfrm>
              <a:off x="488" y="3052"/>
              <a:ext cx="39" cy="41"/>
            </a:xfrm>
            <a:custGeom>
              <a:avLst/>
              <a:gdLst/>
              <a:ahLst/>
              <a:cxnLst/>
              <a:rect l="l" t="t" r="r" b="b"/>
              <a:pathLst>
                <a:path w="881" h="952" extrusionOk="0">
                  <a:moveTo>
                    <a:pt x="881" y="476"/>
                  </a:moveTo>
                  <a:lnTo>
                    <a:pt x="881" y="504"/>
                  </a:lnTo>
                  <a:lnTo>
                    <a:pt x="878" y="531"/>
                  </a:lnTo>
                  <a:lnTo>
                    <a:pt x="876" y="558"/>
                  </a:lnTo>
                  <a:lnTo>
                    <a:pt x="873" y="584"/>
                  </a:lnTo>
                  <a:lnTo>
                    <a:pt x="869" y="609"/>
                  </a:lnTo>
                  <a:lnTo>
                    <a:pt x="865" y="633"/>
                  </a:lnTo>
                  <a:lnTo>
                    <a:pt x="859" y="656"/>
                  </a:lnTo>
                  <a:lnTo>
                    <a:pt x="853" y="679"/>
                  </a:lnTo>
                  <a:lnTo>
                    <a:pt x="844" y="701"/>
                  </a:lnTo>
                  <a:lnTo>
                    <a:pt x="836" y="721"/>
                  </a:lnTo>
                  <a:lnTo>
                    <a:pt x="827" y="741"/>
                  </a:lnTo>
                  <a:lnTo>
                    <a:pt x="816" y="761"/>
                  </a:lnTo>
                  <a:lnTo>
                    <a:pt x="805" y="778"/>
                  </a:lnTo>
                  <a:lnTo>
                    <a:pt x="794" y="796"/>
                  </a:lnTo>
                  <a:lnTo>
                    <a:pt x="780" y="812"/>
                  </a:lnTo>
                  <a:lnTo>
                    <a:pt x="767" y="829"/>
                  </a:lnTo>
                  <a:lnTo>
                    <a:pt x="752" y="843"/>
                  </a:lnTo>
                  <a:lnTo>
                    <a:pt x="737" y="858"/>
                  </a:lnTo>
                  <a:lnTo>
                    <a:pt x="720" y="870"/>
                  </a:lnTo>
                  <a:lnTo>
                    <a:pt x="704" y="883"/>
                  </a:lnTo>
                  <a:lnTo>
                    <a:pt x="686" y="894"/>
                  </a:lnTo>
                  <a:lnTo>
                    <a:pt x="668" y="903"/>
                  </a:lnTo>
                  <a:lnTo>
                    <a:pt x="648" y="912"/>
                  </a:lnTo>
                  <a:lnTo>
                    <a:pt x="628" y="921"/>
                  </a:lnTo>
                  <a:lnTo>
                    <a:pt x="608" y="928"/>
                  </a:lnTo>
                  <a:lnTo>
                    <a:pt x="586" y="934"/>
                  </a:lnTo>
                  <a:lnTo>
                    <a:pt x="563" y="939"/>
                  </a:lnTo>
                  <a:lnTo>
                    <a:pt x="540" y="943"/>
                  </a:lnTo>
                  <a:lnTo>
                    <a:pt x="517" y="948"/>
                  </a:lnTo>
                  <a:lnTo>
                    <a:pt x="492" y="950"/>
                  </a:lnTo>
                  <a:lnTo>
                    <a:pt x="466" y="951"/>
                  </a:lnTo>
                  <a:lnTo>
                    <a:pt x="440" y="952"/>
                  </a:lnTo>
                  <a:lnTo>
                    <a:pt x="413" y="951"/>
                  </a:lnTo>
                  <a:lnTo>
                    <a:pt x="389" y="950"/>
                  </a:lnTo>
                  <a:lnTo>
                    <a:pt x="364" y="948"/>
                  </a:lnTo>
                  <a:lnTo>
                    <a:pt x="340" y="943"/>
                  </a:lnTo>
                  <a:lnTo>
                    <a:pt x="317" y="939"/>
                  </a:lnTo>
                  <a:lnTo>
                    <a:pt x="294" y="934"/>
                  </a:lnTo>
                  <a:lnTo>
                    <a:pt x="273" y="928"/>
                  </a:lnTo>
                  <a:lnTo>
                    <a:pt x="252" y="921"/>
                  </a:lnTo>
                  <a:lnTo>
                    <a:pt x="232" y="912"/>
                  </a:lnTo>
                  <a:lnTo>
                    <a:pt x="213" y="903"/>
                  </a:lnTo>
                  <a:lnTo>
                    <a:pt x="194" y="894"/>
                  </a:lnTo>
                  <a:lnTo>
                    <a:pt x="177" y="883"/>
                  </a:lnTo>
                  <a:lnTo>
                    <a:pt x="159" y="870"/>
                  </a:lnTo>
                  <a:lnTo>
                    <a:pt x="144" y="858"/>
                  </a:lnTo>
                  <a:lnTo>
                    <a:pt x="128" y="843"/>
                  </a:lnTo>
                  <a:lnTo>
                    <a:pt x="114" y="829"/>
                  </a:lnTo>
                  <a:lnTo>
                    <a:pt x="99" y="812"/>
                  </a:lnTo>
                  <a:lnTo>
                    <a:pt x="87" y="796"/>
                  </a:lnTo>
                  <a:lnTo>
                    <a:pt x="74" y="778"/>
                  </a:lnTo>
                  <a:lnTo>
                    <a:pt x="63" y="761"/>
                  </a:lnTo>
                  <a:lnTo>
                    <a:pt x="54" y="741"/>
                  </a:lnTo>
                  <a:lnTo>
                    <a:pt x="44" y="721"/>
                  </a:lnTo>
                  <a:lnTo>
                    <a:pt x="35" y="700"/>
                  </a:lnTo>
                  <a:lnTo>
                    <a:pt x="28" y="678"/>
                  </a:lnTo>
                  <a:lnTo>
                    <a:pt x="22" y="656"/>
                  </a:lnTo>
                  <a:lnTo>
                    <a:pt x="15" y="633"/>
                  </a:lnTo>
                  <a:lnTo>
                    <a:pt x="10" y="609"/>
                  </a:lnTo>
                  <a:lnTo>
                    <a:pt x="6" y="583"/>
                  </a:lnTo>
                  <a:lnTo>
                    <a:pt x="3" y="557"/>
                  </a:lnTo>
                  <a:lnTo>
                    <a:pt x="1" y="530"/>
                  </a:lnTo>
                  <a:lnTo>
                    <a:pt x="0" y="503"/>
                  </a:lnTo>
                  <a:lnTo>
                    <a:pt x="0" y="474"/>
                  </a:lnTo>
                  <a:lnTo>
                    <a:pt x="0" y="447"/>
                  </a:lnTo>
                  <a:lnTo>
                    <a:pt x="1" y="419"/>
                  </a:lnTo>
                  <a:lnTo>
                    <a:pt x="3" y="392"/>
                  </a:lnTo>
                  <a:lnTo>
                    <a:pt x="6" y="366"/>
                  </a:lnTo>
                  <a:lnTo>
                    <a:pt x="10" y="341"/>
                  </a:lnTo>
                  <a:lnTo>
                    <a:pt x="15" y="317"/>
                  </a:lnTo>
                  <a:lnTo>
                    <a:pt x="22" y="294"/>
                  </a:lnTo>
                  <a:lnTo>
                    <a:pt x="28" y="271"/>
                  </a:lnTo>
                  <a:lnTo>
                    <a:pt x="36" y="249"/>
                  </a:lnTo>
                  <a:lnTo>
                    <a:pt x="44" y="229"/>
                  </a:lnTo>
                  <a:lnTo>
                    <a:pt x="54" y="209"/>
                  </a:lnTo>
                  <a:lnTo>
                    <a:pt x="64" y="190"/>
                  </a:lnTo>
                  <a:lnTo>
                    <a:pt x="75" y="172"/>
                  </a:lnTo>
                  <a:lnTo>
                    <a:pt x="87" y="154"/>
                  </a:lnTo>
                  <a:lnTo>
                    <a:pt x="100" y="138"/>
                  </a:lnTo>
                  <a:lnTo>
                    <a:pt x="114" y="122"/>
                  </a:lnTo>
                  <a:lnTo>
                    <a:pt x="128" y="108"/>
                  </a:lnTo>
                  <a:lnTo>
                    <a:pt x="144" y="94"/>
                  </a:lnTo>
                  <a:lnTo>
                    <a:pt x="160" y="81"/>
                  </a:lnTo>
                  <a:lnTo>
                    <a:pt x="177" y="70"/>
                  </a:lnTo>
                  <a:lnTo>
                    <a:pt x="195" y="58"/>
                  </a:lnTo>
                  <a:lnTo>
                    <a:pt x="214" y="48"/>
                  </a:lnTo>
                  <a:lnTo>
                    <a:pt x="232" y="40"/>
                  </a:lnTo>
                  <a:lnTo>
                    <a:pt x="253" y="31"/>
                  </a:lnTo>
                  <a:lnTo>
                    <a:pt x="274" y="24"/>
                  </a:lnTo>
                  <a:lnTo>
                    <a:pt x="296" y="18"/>
                  </a:lnTo>
                  <a:lnTo>
                    <a:pt x="317" y="13"/>
                  </a:lnTo>
                  <a:lnTo>
                    <a:pt x="341" y="9"/>
                  </a:lnTo>
                  <a:lnTo>
                    <a:pt x="365" y="5"/>
                  </a:lnTo>
                  <a:lnTo>
                    <a:pt x="390" y="2"/>
                  </a:lnTo>
                  <a:lnTo>
                    <a:pt x="415" y="1"/>
                  </a:lnTo>
                  <a:lnTo>
                    <a:pt x="441" y="0"/>
                  </a:lnTo>
                  <a:lnTo>
                    <a:pt x="468" y="1"/>
                  </a:lnTo>
                  <a:lnTo>
                    <a:pt x="493" y="2"/>
                  </a:lnTo>
                  <a:lnTo>
                    <a:pt x="518" y="5"/>
                  </a:lnTo>
                  <a:lnTo>
                    <a:pt x="541" y="9"/>
                  </a:lnTo>
                  <a:lnTo>
                    <a:pt x="565" y="13"/>
                  </a:lnTo>
                  <a:lnTo>
                    <a:pt x="587" y="18"/>
                  </a:lnTo>
                  <a:lnTo>
                    <a:pt x="609" y="24"/>
                  </a:lnTo>
                  <a:lnTo>
                    <a:pt x="629" y="31"/>
                  </a:lnTo>
                  <a:lnTo>
                    <a:pt x="650" y="40"/>
                  </a:lnTo>
                  <a:lnTo>
                    <a:pt x="669" y="49"/>
                  </a:lnTo>
                  <a:lnTo>
                    <a:pt x="687" y="58"/>
                  </a:lnTo>
                  <a:lnTo>
                    <a:pt x="705" y="70"/>
                  </a:lnTo>
                  <a:lnTo>
                    <a:pt x="721" y="82"/>
                  </a:lnTo>
                  <a:lnTo>
                    <a:pt x="738" y="94"/>
                  </a:lnTo>
                  <a:lnTo>
                    <a:pt x="753" y="109"/>
                  </a:lnTo>
                  <a:lnTo>
                    <a:pt x="768" y="123"/>
                  </a:lnTo>
                  <a:lnTo>
                    <a:pt x="781" y="139"/>
                  </a:lnTo>
                  <a:lnTo>
                    <a:pt x="794" y="155"/>
                  </a:lnTo>
                  <a:lnTo>
                    <a:pt x="806" y="173"/>
                  </a:lnTo>
                  <a:lnTo>
                    <a:pt x="817" y="191"/>
                  </a:lnTo>
                  <a:lnTo>
                    <a:pt x="827" y="210"/>
                  </a:lnTo>
                  <a:lnTo>
                    <a:pt x="836" y="231"/>
                  </a:lnTo>
                  <a:lnTo>
                    <a:pt x="845" y="251"/>
                  </a:lnTo>
                  <a:lnTo>
                    <a:pt x="853" y="273"/>
                  </a:lnTo>
                  <a:lnTo>
                    <a:pt x="859" y="295"/>
                  </a:lnTo>
                  <a:lnTo>
                    <a:pt x="865" y="318"/>
                  </a:lnTo>
                  <a:lnTo>
                    <a:pt x="869" y="342"/>
                  </a:lnTo>
                  <a:lnTo>
                    <a:pt x="873" y="367"/>
                  </a:lnTo>
                  <a:lnTo>
                    <a:pt x="876" y="393"/>
                  </a:lnTo>
                  <a:lnTo>
                    <a:pt x="878" y="420"/>
                  </a:lnTo>
                  <a:lnTo>
                    <a:pt x="881" y="448"/>
                  </a:lnTo>
                  <a:lnTo>
                    <a:pt x="881" y="476"/>
                  </a:lnTo>
                  <a:close/>
                  <a:moveTo>
                    <a:pt x="206" y="476"/>
                  </a:moveTo>
                  <a:lnTo>
                    <a:pt x="206" y="514"/>
                  </a:lnTo>
                  <a:lnTo>
                    <a:pt x="209" y="549"/>
                  </a:lnTo>
                  <a:lnTo>
                    <a:pt x="211" y="565"/>
                  </a:lnTo>
                  <a:lnTo>
                    <a:pt x="214" y="581"/>
                  </a:lnTo>
                  <a:lnTo>
                    <a:pt x="217" y="596"/>
                  </a:lnTo>
                  <a:lnTo>
                    <a:pt x="220" y="612"/>
                  </a:lnTo>
                  <a:lnTo>
                    <a:pt x="224" y="625"/>
                  </a:lnTo>
                  <a:lnTo>
                    <a:pt x="228" y="640"/>
                  </a:lnTo>
                  <a:lnTo>
                    <a:pt x="233" y="652"/>
                  </a:lnTo>
                  <a:lnTo>
                    <a:pt x="239" y="665"/>
                  </a:lnTo>
                  <a:lnTo>
                    <a:pt x="244" y="677"/>
                  </a:lnTo>
                  <a:lnTo>
                    <a:pt x="250" y="688"/>
                  </a:lnTo>
                  <a:lnTo>
                    <a:pt x="257" y="699"/>
                  </a:lnTo>
                  <a:lnTo>
                    <a:pt x="263" y="709"/>
                  </a:lnTo>
                  <a:lnTo>
                    <a:pt x="272" y="718"/>
                  </a:lnTo>
                  <a:lnTo>
                    <a:pt x="280" y="728"/>
                  </a:lnTo>
                  <a:lnTo>
                    <a:pt x="288" y="736"/>
                  </a:lnTo>
                  <a:lnTo>
                    <a:pt x="298" y="743"/>
                  </a:lnTo>
                  <a:lnTo>
                    <a:pt x="307" y="750"/>
                  </a:lnTo>
                  <a:lnTo>
                    <a:pt x="316" y="757"/>
                  </a:lnTo>
                  <a:lnTo>
                    <a:pt x="327" y="763"/>
                  </a:lnTo>
                  <a:lnTo>
                    <a:pt x="338" y="768"/>
                  </a:lnTo>
                  <a:lnTo>
                    <a:pt x="348" y="772"/>
                  </a:lnTo>
                  <a:lnTo>
                    <a:pt x="361" y="776"/>
                  </a:lnTo>
                  <a:lnTo>
                    <a:pt x="373" y="779"/>
                  </a:lnTo>
                  <a:lnTo>
                    <a:pt x="385" y="782"/>
                  </a:lnTo>
                  <a:lnTo>
                    <a:pt x="398" y="784"/>
                  </a:lnTo>
                  <a:lnTo>
                    <a:pt x="411" y="786"/>
                  </a:lnTo>
                  <a:lnTo>
                    <a:pt x="426" y="787"/>
                  </a:lnTo>
                  <a:lnTo>
                    <a:pt x="440" y="787"/>
                  </a:lnTo>
                  <a:lnTo>
                    <a:pt x="455" y="787"/>
                  </a:lnTo>
                  <a:lnTo>
                    <a:pt x="468" y="786"/>
                  </a:lnTo>
                  <a:lnTo>
                    <a:pt x="482" y="784"/>
                  </a:lnTo>
                  <a:lnTo>
                    <a:pt x="495" y="782"/>
                  </a:lnTo>
                  <a:lnTo>
                    <a:pt x="507" y="779"/>
                  </a:lnTo>
                  <a:lnTo>
                    <a:pt x="520" y="776"/>
                  </a:lnTo>
                  <a:lnTo>
                    <a:pt x="531" y="772"/>
                  </a:lnTo>
                  <a:lnTo>
                    <a:pt x="543" y="768"/>
                  </a:lnTo>
                  <a:lnTo>
                    <a:pt x="554" y="763"/>
                  </a:lnTo>
                  <a:lnTo>
                    <a:pt x="564" y="757"/>
                  </a:lnTo>
                  <a:lnTo>
                    <a:pt x="574" y="750"/>
                  </a:lnTo>
                  <a:lnTo>
                    <a:pt x="583" y="743"/>
                  </a:lnTo>
                  <a:lnTo>
                    <a:pt x="592" y="736"/>
                  </a:lnTo>
                  <a:lnTo>
                    <a:pt x="600" y="728"/>
                  </a:lnTo>
                  <a:lnTo>
                    <a:pt x="609" y="719"/>
                  </a:lnTo>
                  <a:lnTo>
                    <a:pt x="616" y="709"/>
                  </a:lnTo>
                  <a:lnTo>
                    <a:pt x="623" y="700"/>
                  </a:lnTo>
                  <a:lnTo>
                    <a:pt x="630" y="688"/>
                  </a:lnTo>
                  <a:lnTo>
                    <a:pt x="637" y="677"/>
                  </a:lnTo>
                  <a:lnTo>
                    <a:pt x="642" y="666"/>
                  </a:lnTo>
                  <a:lnTo>
                    <a:pt x="647" y="653"/>
                  </a:lnTo>
                  <a:lnTo>
                    <a:pt x="652" y="640"/>
                  </a:lnTo>
                  <a:lnTo>
                    <a:pt x="656" y="626"/>
                  </a:lnTo>
                  <a:lnTo>
                    <a:pt x="660" y="612"/>
                  </a:lnTo>
                  <a:lnTo>
                    <a:pt x="663" y="597"/>
                  </a:lnTo>
                  <a:lnTo>
                    <a:pt x="667" y="582"/>
                  </a:lnTo>
                  <a:lnTo>
                    <a:pt x="670" y="565"/>
                  </a:lnTo>
                  <a:lnTo>
                    <a:pt x="672" y="549"/>
                  </a:lnTo>
                  <a:lnTo>
                    <a:pt x="674" y="514"/>
                  </a:lnTo>
                  <a:lnTo>
                    <a:pt x="675" y="476"/>
                  </a:lnTo>
                  <a:lnTo>
                    <a:pt x="674" y="438"/>
                  </a:lnTo>
                  <a:lnTo>
                    <a:pt x="672" y="402"/>
                  </a:lnTo>
                  <a:lnTo>
                    <a:pt x="670" y="386"/>
                  </a:lnTo>
                  <a:lnTo>
                    <a:pt x="667" y="370"/>
                  </a:lnTo>
                  <a:lnTo>
                    <a:pt x="663" y="355"/>
                  </a:lnTo>
                  <a:lnTo>
                    <a:pt x="660" y="339"/>
                  </a:lnTo>
                  <a:lnTo>
                    <a:pt x="656" y="325"/>
                  </a:lnTo>
                  <a:lnTo>
                    <a:pt x="652" y="311"/>
                  </a:lnTo>
                  <a:lnTo>
                    <a:pt x="647" y="298"/>
                  </a:lnTo>
                  <a:lnTo>
                    <a:pt x="642" y="285"/>
                  </a:lnTo>
                  <a:lnTo>
                    <a:pt x="637" y="274"/>
                  </a:lnTo>
                  <a:lnTo>
                    <a:pt x="630" y="263"/>
                  </a:lnTo>
                  <a:lnTo>
                    <a:pt x="623" y="251"/>
                  </a:lnTo>
                  <a:lnTo>
                    <a:pt x="617" y="242"/>
                  </a:lnTo>
                  <a:lnTo>
                    <a:pt x="609" y="233"/>
                  </a:lnTo>
                  <a:lnTo>
                    <a:pt x="601" y="223"/>
                  </a:lnTo>
                  <a:lnTo>
                    <a:pt x="592" y="215"/>
                  </a:lnTo>
                  <a:lnTo>
                    <a:pt x="584" y="208"/>
                  </a:lnTo>
                  <a:lnTo>
                    <a:pt x="575" y="201"/>
                  </a:lnTo>
                  <a:lnTo>
                    <a:pt x="564" y="195"/>
                  </a:lnTo>
                  <a:lnTo>
                    <a:pt x="554" y="188"/>
                  </a:lnTo>
                  <a:lnTo>
                    <a:pt x="544" y="183"/>
                  </a:lnTo>
                  <a:lnTo>
                    <a:pt x="532" y="179"/>
                  </a:lnTo>
                  <a:lnTo>
                    <a:pt x="521" y="175"/>
                  </a:lnTo>
                  <a:lnTo>
                    <a:pt x="508" y="172"/>
                  </a:lnTo>
                  <a:lnTo>
                    <a:pt x="496" y="169"/>
                  </a:lnTo>
                  <a:lnTo>
                    <a:pt x="483" y="167"/>
                  </a:lnTo>
                  <a:lnTo>
                    <a:pt x="469" y="165"/>
                  </a:lnTo>
                  <a:lnTo>
                    <a:pt x="456" y="165"/>
                  </a:lnTo>
                  <a:lnTo>
                    <a:pt x="441" y="164"/>
                  </a:lnTo>
                  <a:lnTo>
                    <a:pt x="427" y="165"/>
                  </a:lnTo>
                  <a:lnTo>
                    <a:pt x="413" y="165"/>
                  </a:lnTo>
                  <a:lnTo>
                    <a:pt x="400" y="167"/>
                  </a:lnTo>
                  <a:lnTo>
                    <a:pt x="386" y="169"/>
                  </a:lnTo>
                  <a:lnTo>
                    <a:pt x="374" y="172"/>
                  </a:lnTo>
                  <a:lnTo>
                    <a:pt x="362" y="175"/>
                  </a:lnTo>
                  <a:lnTo>
                    <a:pt x="350" y="179"/>
                  </a:lnTo>
                  <a:lnTo>
                    <a:pt x="339" y="183"/>
                  </a:lnTo>
                  <a:lnTo>
                    <a:pt x="328" y="188"/>
                  </a:lnTo>
                  <a:lnTo>
                    <a:pt x="317" y="195"/>
                  </a:lnTo>
                  <a:lnTo>
                    <a:pt x="308" y="201"/>
                  </a:lnTo>
                  <a:lnTo>
                    <a:pt x="298" y="208"/>
                  </a:lnTo>
                  <a:lnTo>
                    <a:pt x="289" y="216"/>
                  </a:lnTo>
                  <a:lnTo>
                    <a:pt x="280" y="224"/>
                  </a:lnTo>
                  <a:lnTo>
                    <a:pt x="273" y="233"/>
                  </a:lnTo>
                  <a:lnTo>
                    <a:pt x="265" y="242"/>
                  </a:lnTo>
                  <a:lnTo>
                    <a:pt x="257" y="252"/>
                  </a:lnTo>
                  <a:lnTo>
                    <a:pt x="251" y="264"/>
                  </a:lnTo>
                  <a:lnTo>
                    <a:pt x="245" y="275"/>
                  </a:lnTo>
                  <a:lnTo>
                    <a:pt x="239" y="286"/>
                  </a:lnTo>
                  <a:lnTo>
                    <a:pt x="233" y="299"/>
                  </a:lnTo>
                  <a:lnTo>
                    <a:pt x="228" y="312"/>
                  </a:lnTo>
                  <a:lnTo>
                    <a:pt x="224" y="326"/>
                  </a:lnTo>
                  <a:lnTo>
                    <a:pt x="220" y="340"/>
                  </a:lnTo>
                  <a:lnTo>
                    <a:pt x="217" y="355"/>
                  </a:lnTo>
                  <a:lnTo>
                    <a:pt x="214" y="370"/>
                  </a:lnTo>
                  <a:lnTo>
                    <a:pt x="211" y="387"/>
                  </a:lnTo>
                  <a:lnTo>
                    <a:pt x="209" y="403"/>
                  </a:lnTo>
                  <a:lnTo>
                    <a:pt x="206" y="438"/>
                  </a:lnTo>
                  <a:lnTo>
                    <a:pt x="206" y="4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27"/>
            <p:cNvSpPr/>
            <p:nvPr/>
          </p:nvSpPr>
          <p:spPr>
            <a:xfrm>
              <a:off x="550" y="3053"/>
              <a:ext cx="23" cy="40"/>
            </a:xfrm>
            <a:custGeom>
              <a:avLst/>
              <a:gdLst/>
              <a:ahLst/>
              <a:cxnLst/>
              <a:rect l="l" t="t" r="r" b="b"/>
              <a:pathLst>
                <a:path w="531" h="923" extrusionOk="0">
                  <a:moveTo>
                    <a:pt x="193" y="923"/>
                  </a:moveTo>
                  <a:lnTo>
                    <a:pt x="0" y="923"/>
                  </a:lnTo>
                  <a:lnTo>
                    <a:pt x="0" y="0"/>
                  </a:lnTo>
                  <a:lnTo>
                    <a:pt x="531" y="0"/>
                  </a:lnTo>
                  <a:lnTo>
                    <a:pt x="531" y="161"/>
                  </a:lnTo>
                  <a:lnTo>
                    <a:pt x="193" y="161"/>
                  </a:lnTo>
                  <a:lnTo>
                    <a:pt x="193" y="399"/>
                  </a:lnTo>
                  <a:lnTo>
                    <a:pt x="507" y="399"/>
                  </a:lnTo>
                  <a:lnTo>
                    <a:pt x="507" y="559"/>
                  </a:lnTo>
                  <a:lnTo>
                    <a:pt x="193" y="559"/>
                  </a:lnTo>
                  <a:lnTo>
                    <a:pt x="193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27"/>
            <p:cNvSpPr/>
            <p:nvPr/>
          </p:nvSpPr>
          <p:spPr>
            <a:xfrm>
              <a:off x="581" y="3053"/>
              <a:ext cx="23" cy="40"/>
            </a:xfrm>
            <a:custGeom>
              <a:avLst/>
              <a:gdLst/>
              <a:ahLst/>
              <a:cxnLst/>
              <a:rect l="l" t="t" r="r" b="b"/>
              <a:pathLst>
                <a:path w="533" h="923" extrusionOk="0">
                  <a:moveTo>
                    <a:pt x="533" y="923"/>
                  </a:moveTo>
                  <a:lnTo>
                    <a:pt x="0" y="923"/>
                  </a:lnTo>
                  <a:lnTo>
                    <a:pt x="0" y="0"/>
                  </a:lnTo>
                  <a:lnTo>
                    <a:pt x="533" y="0"/>
                  </a:lnTo>
                  <a:lnTo>
                    <a:pt x="533" y="161"/>
                  </a:lnTo>
                  <a:lnTo>
                    <a:pt x="196" y="161"/>
                  </a:lnTo>
                  <a:lnTo>
                    <a:pt x="196" y="363"/>
                  </a:lnTo>
                  <a:lnTo>
                    <a:pt x="509" y="363"/>
                  </a:lnTo>
                  <a:lnTo>
                    <a:pt x="509" y="524"/>
                  </a:lnTo>
                  <a:lnTo>
                    <a:pt x="196" y="524"/>
                  </a:lnTo>
                  <a:lnTo>
                    <a:pt x="196" y="762"/>
                  </a:lnTo>
                  <a:lnTo>
                    <a:pt x="533" y="762"/>
                  </a:lnTo>
                  <a:lnTo>
                    <a:pt x="533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27"/>
            <p:cNvSpPr/>
            <p:nvPr/>
          </p:nvSpPr>
          <p:spPr>
            <a:xfrm>
              <a:off x="612" y="3053"/>
              <a:ext cx="34" cy="40"/>
            </a:xfrm>
            <a:custGeom>
              <a:avLst/>
              <a:gdLst/>
              <a:ahLst/>
              <a:cxnLst/>
              <a:rect l="l" t="t" r="r" b="b"/>
              <a:pathLst>
                <a:path w="766" h="923" extrusionOk="0">
                  <a:moveTo>
                    <a:pt x="766" y="453"/>
                  </a:moveTo>
                  <a:lnTo>
                    <a:pt x="766" y="481"/>
                  </a:lnTo>
                  <a:lnTo>
                    <a:pt x="764" y="508"/>
                  </a:lnTo>
                  <a:lnTo>
                    <a:pt x="762" y="535"/>
                  </a:lnTo>
                  <a:lnTo>
                    <a:pt x="758" y="561"/>
                  </a:lnTo>
                  <a:lnTo>
                    <a:pt x="754" y="586"/>
                  </a:lnTo>
                  <a:lnTo>
                    <a:pt x="748" y="609"/>
                  </a:lnTo>
                  <a:lnTo>
                    <a:pt x="742" y="632"/>
                  </a:lnTo>
                  <a:lnTo>
                    <a:pt x="734" y="655"/>
                  </a:lnTo>
                  <a:lnTo>
                    <a:pt x="725" y="675"/>
                  </a:lnTo>
                  <a:lnTo>
                    <a:pt x="716" y="696"/>
                  </a:lnTo>
                  <a:lnTo>
                    <a:pt x="705" y="716"/>
                  </a:lnTo>
                  <a:lnTo>
                    <a:pt x="693" y="735"/>
                  </a:lnTo>
                  <a:lnTo>
                    <a:pt x="681" y="753"/>
                  </a:lnTo>
                  <a:lnTo>
                    <a:pt x="667" y="770"/>
                  </a:lnTo>
                  <a:lnTo>
                    <a:pt x="653" y="787"/>
                  </a:lnTo>
                  <a:lnTo>
                    <a:pt x="636" y="802"/>
                  </a:lnTo>
                  <a:lnTo>
                    <a:pt x="620" y="817"/>
                  </a:lnTo>
                  <a:lnTo>
                    <a:pt x="602" y="830"/>
                  </a:lnTo>
                  <a:lnTo>
                    <a:pt x="584" y="844"/>
                  </a:lnTo>
                  <a:lnTo>
                    <a:pt x="564" y="855"/>
                  </a:lnTo>
                  <a:lnTo>
                    <a:pt x="544" y="867"/>
                  </a:lnTo>
                  <a:lnTo>
                    <a:pt x="523" y="876"/>
                  </a:lnTo>
                  <a:lnTo>
                    <a:pt x="501" y="885"/>
                  </a:lnTo>
                  <a:lnTo>
                    <a:pt x="478" y="893"/>
                  </a:lnTo>
                  <a:lnTo>
                    <a:pt x="453" y="901"/>
                  </a:lnTo>
                  <a:lnTo>
                    <a:pt x="428" y="907"/>
                  </a:lnTo>
                  <a:lnTo>
                    <a:pt x="404" y="912"/>
                  </a:lnTo>
                  <a:lnTo>
                    <a:pt x="377" y="916"/>
                  </a:lnTo>
                  <a:lnTo>
                    <a:pt x="349" y="919"/>
                  </a:lnTo>
                  <a:lnTo>
                    <a:pt x="321" y="921"/>
                  </a:lnTo>
                  <a:lnTo>
                    <a:pt x="291" y="923"/>
                  </a:lnTo>
                  <a:lnTo>
                    <a:pt x="261" y="923"/>
                  </a:lnTo>
                  <a:lnTo>
                    <a:pt x="0" y="923"/>
                  </a:lnTo>
                  <a:lnTo>
                    <a:pt x="0" y="0"/>
                  </a:lnTo>
                  <a:lnTo>
                    <a:pt x="289" y="0"/>
                  </a:lnTo>
                  <a:lnTo>
                    <a:pt x="317" y="1"/>
                  </a:lnTo>
                  <a:lnTo>
                    <a:pt x="345" y="2"/>
                  </a:lnTo>
                  <a:lnTo>
                    <a:pt x="371" y="4"/>
                  </a:lnTo>
                  <a:lnTo>
                    <a:pt x="396" y="7"/>
                  </a:lnTo>
                  <a:lnTo>
                    <a:pt x="421" y="12"/>
                  </a:lnTo>
                  <a:lnTo>
                    <a:pt x="445" y="17"/>
                  </a:lnTo>
                  <a:lnTo>
                    <a:pt x="469" y="22"/>
                  </a:lnTo>
                  <a:lnTo>
                    <a:pt x="490" y="30"/>
                  </a:lnTo>
                  <a:lnTo>
                    <a:pt x="512" y="38"/>
                  </a:lnTo>
                  <a:lnTo>
                    <a:pt x="533" y="46"/>
                  </a:lnTo>
                  <a:lnTo>
                    <a:pt x="554" y="57"/>
                  </a:lnTo>
                  <a:lnTo>
                    <a:pt x="572" y="67"/>
                  </a:lnTo>
                  <a:lnTo>
                    <a:pt x="591" y="79"/>
                  </a:lnTo>
                  <a:lnTo>
                    <a:pt x="608" y="92"/>
                  </a:lnTo>
                  <a:lnTo>
                    <a:pt x="625" y="105"/>
                  </a:lnTo>
                  <a:lnTo>
                    <a:pt x="641" y="120"/>
                  </a:lnTo>
                  <a:lnTo>
                    <a:pt x="657" y="135"/>
                  </a:lnTo>
                  <a:lnTo>
                    <a:pt x="670" y="151"/>
                  </a:lnTo>
                  <a:lnTo>
                    <a:pt x="684" y="167"/>
                  </a:lnTo>
                  <a:lnTo>
                    <a:pt x="696" y="185"/>
                  </a:lnTo>
                  <a:lnTo>
                    <a:pt x="708" y="203"/>
                  </a:lnTo>
                  <a:lnTo>
                    <a:pt x="718" y="222"/>
                  </a:lnTo>
                  <a:lnTo>
                    <a:pt x="727" y="243"/>
                  </a:lnTo>
                  <a:lnTo>
                    <a:pt x="735" y="262"/>
                  </a:lnTo>
                  <a:lnTo>
                    <a:pt x="743" y="284"/>
                  </a:lnTo>
                  <a:lnTo>
                    <a:pt x="749" y="306"/>
                  </a:lnTo>
                  <a:lnTo>
                    <a:pt x="754" y="328"/>
                  </a:lnTo>
                  <a:lnTo>
                    <a:pt x="758" y="352"/>
                  </a:lnTo>
                  <a:lnTo>
                    <a:pt x="762" y="376"/>
                  </a:lnTo>
                  <a:lnTo>
                    <a:pt x="764" y="401"/>
                  </a:lnTo>
                  <a:lnTo>
                    <a:pt x="766" y="426"/>
                  </a:lnTo>
                  <a:lnTo>
                    <a:pt x="766" y="453"/>
                  </a:lnTo>
                  <a:close/>
                  <a:moveTo>
                    <a:pt x="563" y="458"/>
                  </a:moveTo>
                  <a:lnTo>
                    <a:pt x="563" y="440"/>
                  </a:lnTo>
                  <a:lnTo>
                    <a:pt x="562" y="422"/>
                  </a:lnTo>
                  <a:lnTo>
                    <a:pt x="561" y="405"/>
                  </a:lnTo>
                  <a:lnTo>
                    <a:pt x="559" y="388"/>
                  </a:lnTo>
                  <a:lnTo>
                    <a:pt x="557" y="373"/>
                  </a:lnTo>
                  <a:lnTo>
                    <a:pt x="554" y="357"/>
                  </a:lnTo>
                  <a:lnTo>
                    <a:pt x="550" y="342"/>
                  </a:lnTo>
                  <a:lnTo>
                    <a:pt x="546" y="328"/>
                  </a:lnTo>
                  <a:lnTo>
                    <a:pt x="542" y="314"/>
                  </a:lnTo>
                  <a:lnTo>
                    <a:pt x="537" y="301"/>
                  </a:lnTo>
                  <a:lnTo>
                    <a:pt x="532" y="289"/>
                  </a:lnTo>
                  <a:lnTo>
                    <a:pt x="526" y="277"/>
                  </a:lnTo>
                  <a:lnTo>
                    <a:pt x="519" y="265"/>
                  </a:lnTo>
                  <a:lnTo>
                    <a:pt x="512" y="255"/>
                  </a:lnTo>
                  <a:lnTo>
                    <a:pt x="505" y="245"/>
                  </a:lnTo>
                  <a:lnTo>
                    <a:pt x="497" y="235"/>
                  </a:lnTo>
                  <a:lnTo>
                    <a:pt x="488" y="226"/>
                  </a:lnTo>
                  <a:lnTo>
                    <a:pt x="479" y="218"/>
                  </a:lnTo>
                  <a:lnTo>
                    <a:pt x="470" y="209"/>
                  </a:lnTo>
                  <a:lnTo>
                    <a:pt x="459" y="202"/>
                  </a:lnTo>
                  <a:lnTo>
                    <a:pt x="449" y="196"/>
                  </a:lnTo>
                  <a:lnTo>
                    <a:pt x="439" y="190"/>
                  </a:lnTo>
                  <a:lnTo>
                    <a:pt x="426" y="184"/>
                  </a:lnTo>
                  <a:lnTo>
                    <a:pt x="415" y="180"/>
                  </a:lnTo>
                  <a:lnTo>
                    <a:pt x="403" y="174"/>
                  </a:lnTo>
                  <a:lnTo>
                    <a:pt x="389" y="171"/>
                  </a:lnTo>
                  <a:lnTo>
                    <a:pt x="376" y="168"/>
                  </a:lnTo>
                  <a:lnTo>
                    <a:pt x="361" y="165"/>
                  </a:lnTo>
                  <a:lnTo>
                    <a:pt x="347" y="163"/>
                  </a:lnTo>
                  <a:lnTo>
                    <a:pt x="331" y="162"/>
                  </a:lnTo>
                  <a:lnTo>
                    <a:pt x="316" y="161"/>
                  </a:lnTo>
                  <a:lnTo>
                    <a:pt x="299" y="161"/>
                  </a:lnTo>
                  <a:lnTo>
                    <a:pt x="195" y="161"/>
                  </a:lnTo>
                  <a:lnTo>
                    <a:pt x="195" y="762"/>
                  </a:lnTo>
                  <a:lnTo>
                    <a:pt x="280" y="762"/>
                  </a:lnTo>
                  <a:lnTo>
                    <a:pt x="297" y="762"/>
                  </a:lnTo>
                  <a:lnTo>
                    <a:pt x="314" y="761"/>
                  </a:lnTo>
                  <a:lnTo>
                    <a:pt x="330" y="759"/>
                  </a:lnTo>
                  <a:lnTo>
                    <a:pt x="346" y="757"/>
                  </a:lnTo>
                  <a:lnTo>
                    <a:pt x="361" y="755"/>
                  </a:lnTo>
                  <a:lnTo>
                    <a:pt x="376" y="751"/>
                  </a:lnTo>
                  <a:lnTo>
                    <a:pt x="390" y="748"/>
                  </a:lnTo>
                  <a:lnTo>
                    <a:pt x="404" y="743"/>
                  </a:lnTo>
                  <a:lnTo>
                    <a:pt x="416" y="738"/>
                  </a:lnTo>
                  <a:lnTo>
                    <a:pt x="428" y="732"/>
                  </a:lnTo>
                  <a:lnTo>
                    <a:pt x="441" y="726"/>
                  </a:lnTo>
                  <a:lnTo>
                    <a:pt x="452" y="719"/>
                  </a:lnTo>
                  <a:lnTo>
                    <a:pt x="463" y="712"/>
                  </a:lnTo>
                  <a:lnTo>
                    <a:pt x="473" y="703"/>
                  </a:lnTo>
                  <a:lnTo>
                    <a:pt x="483" y="695"/>
                  </a:lnTo>
                  <a:lnTo>
                    <a:pt x="492" y="686"/>
                  </a:lnTo>
                  <a:lnTo>
                    <a:pt x="501" y="676"/>
                  </a:lnTo>
                  <a:lnTo>
                    <a:pt x="508" y="666"/>
                  </a:lnTo>
                  <a:lnTo>
                    <a:pt x="516" y="655"/>
                  </a:lnTo>
                  <a:lnTo>
                    <a:pt x="523" y="643"/>
                  </a:lnTo>
                  <a:lnTo>
                    <a:pt x="530" y="631"/>
                  </a:lnTo>
                  <a:lnTo>
                    <a:pt x="535" y="619"/>
                  </a:lnTo>
                  <a:lnTo>
                    <a:pt x="540" y="605"/>
                  </a:lnTo>
                  <a:lnTo>
                    <a:pt x="545" y="591"/>
                  </a:lnTo>
                  <a:lnTo>
                    <a:pt x="549" y="576"/>
                  </a:lnTo>
                  <a:lnTo>
                    <a:pt x="552" y="562"/>
                  </a:lnTo>
                  <a:lnTo>
                    <a:pt x="556" y="545"/>
                  </a:lnTo>
                  <a:lnTo>
                    <a:pt x="559" y="530"/>
                  </a:lnTo>
                  <a:lnTo>
                    <a:pt x="561" y="512"/>
                  </a:lnTo>
                  <a:lnTo>
                    <a:pt x="562" y="495"/>
                  </a:lnTo>
                  <a:lnTo>
                    <a:pt x="563" y="477"/>
                  </a:lnTo>
                  <a:lnTo>
                    <a:pt x="563" y="45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27"/>
            <p:cNvSpPr/>
            <p:nvPr/>
          </p:nvSpPr>
          <p:spPr>
            <a:xfrm>
              <a:off x="654" y="3053"/>
              <a:ext cx="23" cy="40"/>
            </a:xfrm>
            <a:custGeom>
              <a:avLst/>
              <a:gdLst/>
              <a:ahLst/>
              <a:cxnLst/>
              <a:rect l="l" t="t" r="r" b="b"/>
              <a:pathLst>
                <a:path w="533" h="923" extrusionOk="0">
                  <a:moveTo>
                    <a:pt x="533" y="923"/>
                  </a:moveTo>
                  <a:lnTo>
                    <a:pt x="0" y="923"/>
                  </a:lnTo>
                  <a:lnTo>
                    <a:pt x="0" y="0"/>
                  </a:lnTo>
                  <a:lnTo>
                    <a:pt x="533" y="0"/>
                  </a:lnTo>
                  <a:lnTo>
                    <a:pt x="533" y="161"/>
                  </a:lnTo>
                  <a:lnTo>
                    <a:pt x="196" y="161"/>
                  </a:lnTo>
                  <a:lnTo>
                    <a:pt x="196" y="363"/>
                  </a:lnTo>
                  <a:lnTo>
                    <a:pt x="509" y="363"/>
                  </a:lnTo>
                  <a:lnTo>
                    <a:pt x="509" y="524"/>
                  </a:lnTo>
                  <a:lnTo>
                    <a:pt x="196" y="524"/>
                  </a:lnTo>
                  <a:lnTo>
                    <a:pt x="196" y="762"/>
                  </a:lnTo>
                  <a:lnTo>
                    <a:pt x="533" y="762"/>
                  </a:lnTo>
                  <a:lnTo>
                    <a:pt x="533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27"/>
            <p:cNvSpPr/>
            <p:nvPr/>
          </p:nvSpPr>
          <p:spPr>
            <a:xfrm>
              <a:off x="686" y="3053"/>
              <a:ext cx="32" cy="40"/>
            </a:xfrm>
            <a:custGeom>
              <a:avLst/>
              <a:gdLst/>
              <a:ahLst/>
              <a:cxnLst/>
              <a:rect l="l" t="t" r="r" b="b"/>
              <a:pathLst>
                <a:path w="739" h="923" extrusionOk="0">
                  <a:moveTo>
                    <a:pt x="197" y="410"/>
                  </a:moveTo>
                  <a:lnTo>
                    <a:pt x="260" y="410"/>
                  </a:lnTo>
                  <a:lnTo>
                    <a:pt x="283" y="410"/>
                  </a:lnTo>
                  <a:lnTo>
                    <a:pt x="303" y="408"/>
                  </a:lnTo>
                  <a:lnTo>
                    <a:pt x="323" y="406"/>
                  </a:lnTo>
                  <a:lnTo>
                    <a:pt x="340" y="403"/>
                  </a:lnTo>
                  <a:lnTo>
                    <a:pt x="357" y="397"/>
                  </a:lnTo>
                  <a:lnTo>
                    <a:pt x="371" y="392"/>
                  </a:lnTo>
                  <a:lnTo>
                    <a:pt x="385" y="386"/>
                  </a:lnTo>
                  <a:lnTo>
                    <a:pt x="397" y="379"/>
                  </a:lnTo>
                  <a:lnTo>
                    <a:pt x="408" y="371"/>
                  </a:lnTo>
                  <a:lnTo>
                    <a:pt x="416" y="361"/>
                  </a:lnTo>
                  <a:lnTo>
                    <a:pt x="424" y="351"/>
                  </a:lnTo>
                  <a:lnTo>
                    <a:pt x="430" y="340"/>
                  </a:lnTo>
                  <a:lnTo>
                    <a:pt x="434" y="326"/>
                  </a:lnTo>
                  <a:lnTo>
                    <a:pt x="439" y="313"/>
                  </a:lnTo>
                  <a:lnTo>
                    <a:pt x="441" y="298"/>
                  </a:lnTo>
                  <a:lnTo>
                    <a:pt x="441" y="282"/>
                  </a:lnTo>
                  <a:lnTo>
                    <a:pt x="441" y="266"/>
                  </a:lnTo>
                  <a:lnTo>
                    <a:pt x="439" y="252"/>
                  </a:lnTo>
                  <a:lnTo>
                    <a:pt x="434" y="237"/>
                  </a:lnTo>
                  <a:lnTo>
                    <a:pt x="430" y="226"/>
                  </a:lnTo>
                  <a:lnTo>
                    <a:pt x="423" y="215"/>
                  </a:lnTo>
                  <a:lnTo>
                    <a:pt x="416" y="204"/>
                  </a:lnTo>
                  <a:lnTo>
                    <a:pt x="407" y="196"/>
                  </a:lnTo>
                  <a:lnTo>
                    <a:pt x="396" y="188"/>
                  </a:lnTo>
                  <a:lnTo>
                    <a:pt x="384" y="182"/>
                  </a:lnTo>
                  <a:lnTo>
                    <a:pt x="370" y="176"/>
                  </a:lnTo>
                  <a:lnTo>
                    <a:pt x="355" y="171"/>
                  </a:lnTo>
                  <a:lnTo>
                    <a:pt x="338" y="167"/>
                  </a:lnTo>
                  <a:lnTo>
                    <a:pt x="320" y="164"/>
                  </a:lnTo>
                  <a:lnTo>
                    <a:pt x="300" y="162"/>
                  </a:lnTo>
                  <a:lnTo>
                    <a:pt x="278" y="161"/>
                  </a:lnTo>
                  <a:lnTo>
                    <a:pt x="256" y="161"/>
                  </a:lnTo>
                  <a:lnTo>
                    <a:pt x="197" y="161"/>
                  </a:lnTo>
                  <a:lnTo>
                    <a:pt x="197" y="410"/>
                  </a:lnTo>
                  <a:close/>
                  <a:moveTo>
                    <a:pt x="197" y="569"/>
                  </a:moveTo>
                  <a:lnTo>
                    <a:pt x="197" y="923"/>
                  </a:lnTo>
                  <a:lnTo>
                    <a:pt x="0" y="923"/>
                  </a:lnTo>
                  <a:lnTo>
                    <a:pt x="0" y="0"/>
                  </a:lnTo>
                  <a:lnTo>
                    <a:pt x="270" y="0"/>
                  </a:lnTo>
                  <a:lnTo>
                    <a:pt x="293" y="1"/>
                  </a:lnTo>
                  <a:lnTo>
                    <a:pt x="316" y="1"/>
                  </a:lnTo>
                  <a:lnTo>
                    <a:pt x="337" y="3"/>
                  </a:lnTo>
                  <a:lnTo>
                    <a:pt x="358" y="4"/>
                  </a:lnTo>
                  <a:lnTo>
                    <a:pt x="379" y="7"/>
                  </a:lnTo>
                  <a:lnTo>
                    <a:pt x="397" y="10"/>
                  </a:lnTo>
                  <a:lnTo>
                    <a:pt x="416" y="13"/>
                  </a:lnTo>
                  <a:lnTo>
                    <a:pt x="433" y="17"/>
                  </a:lnTo>
                  <a:lnTo>
                    <a:pt x="451" y="21"/>
                  </a:lnTo>
                  <a:lnTo>
                    <a:pt x="468" y="27"/>
                  </a:lnTo>
                  <a:lnTo>
                    <a:pt x="483" y="33"/>
                  </a:lnTo>
                  <a:lnTo>
                    <a:pt x="497" y="39"/>
                  </a:lnTo>
                  <a:lnTo>
                    <a:pt x="511" y="45"/>
                  </a:lnTo>
                  <a:lnTo>
                    <a:pt x="524" y="52"/>
                  </a:lnTo>
                  <a:lnTo>
                    <a:pt x="537" y="61"/>
                  </a:lnTo>
                  <a:lnTo>
                    <a:pt x="549" y="69"/>
                  </a:lnTo>
                  <a:lnTo>
                    <a:pt x="560" y="77"/>
                  </a:lnTo>
                  <a:lnTo>
                    <a:pt x="570" y="87"/>
                  </a:lnTo>
                  <a:lnTo>
                    <a:pt x="579" y="97"/>
                  </a:lnTo>
                  <a:lnTo>
                    <a:pt x="588" y="107"/>
                  </a:lnTo>
                  <a:lnTo>
                    <a:pt x="597" y="119"/>
                  </a:lnTo>
                  <a:lnTo>
                    <a:pt x="604" y="130"/>
                  </a:lnTo>
                  <a:lnTo>
                    <a:pt x="611" y="142"/>
                  </a:lnTo>
                  <a:lnTo>
                    <a:pt x="616" y="155"/>
                  </a:lnTo>
                  <a:lnTo>
                    <a:pt x="622" y="168"/>
                  </a:lnTo>
                  <a:lnTo>
                    <a:pt x="627" y="182"/>
                  </a:lnTo>
                  <a:lnTo>
                    <a:pt x="631" y="196"/>
                  </a:lnTo>
                  <a:lnTo>
                    <a:pt x="634" y="212"/>
                  </a:lnTo>
                  <a:lnTo>
                    <a:pt x="636" y="227"/>
                  </a:lnTo>
                  <a:lnTo>
                    <a:pt x="638" y="243"/>
                  </a:lnTo>
                  <a:lnTo>
                    <a:pt x="639" y="259"/>
                  </a:lnTo>
                  <a:lnTo>
                    <a:pt x="639" y="277"/>
                  </a:lnTo>
                  <a:lnTo>
                    <a:pt x="639" y="296"/>
                  </a:lnTo>
                  <a:lnTo>
                    <a:pt x="637" y="316"/>
                  </a:lnTo>
                  <a:lnTo>
                    <a:pt x="633" y="336"/>
                  </a:lnTo>
                  <a:lnTo>
                    <a:pt x="628" y="354"/>
                  </a:lnTo>
                  <a:lnTo>
                    <a:pt x="622" y="372"/>
                  </a:lnTo>
                  <a:lnTo>
                    <a:pt x="614" y="389"/>
                  </a:lnTo>
                  <a:lnTo>
                    <a:pt x="605" y="406"/>
                  </a:lnTo>
                  <a:lnTo>
                    <a:pt x="595" y="421"/>
                  </a:lnTo>
                  <a:lnTo>
                    <a:pt x="582" y="437"/>
                  </a:lnTo>
                  <a:lnTo>
                    <a:pt x="570" y="452"/>
                  </a:lnTo>
                  <a:lnTo>
                    <a:pt x="555" y="466"/>
                  </a:lnTo>
                  <a:lnTo>
                    <a:pt x="540" y="478"/>
                  </a:lnTo>
                  <a:lnTo>
                    <a:pt x="523" y="490"/>
                  </a:lnTo>
                  <a:lnTo>
                    <a:pt x="506" y="502"/>
                  </a:lnTo>
                  <a:lnTo>
                    <a:pt x="487" y="512"/>
                  </a:lnTo>
                  <a:lnTo>
                    <a:pt x="468" y="521"/>
                  </a:lnTo>
                  <a:lnTo>
                    <a:pt x="517" y="596"/>
                  </a:lnTo>
                  <a:lnTo>
                    <a:pt x="563" y="663"/>
                  </a:lnTo>
                  <a:lnTo>
                    <a:pt x="603" y="724"/>
                  </a:lnTo>
                  <a:lnTo>
                    <a:pt x="640" y="778"/>
                  </a:lnTo>
                  <a:lnTo>
                    <a:pt x="671" y="824"/>
                  </a:lnTo>
                  <a:lnTo>
                    <a:pt x="699" y="864"/>
                  </a:lnTo>
                  <a:lnTo>
                    <a:pt x="721" y="897"/>
                  </a:lnTo>
                  <a:lnTo>
                    <a:pt x="739" y="923"/>
                  </a:lnTo>
                  <a:lnTo>
                    <a:pt x="521" y="923"/>
                  </a:lnTo>
                  <a:lnTo>
                    <a:pt x="301" y="569"/>
                  </a:lnTo>
                  <a:lnTo>
                    <a:pt x="197" y="5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27"/>
            <p:cNvSpPr/>
            <p:nvPr/>
          </p:nvSpPr>
          <p:spPr>
            <a:xfrm>
              <a:off x="718" y="3052"/>
              <a:ext cx="39" cy="41"/>
            </a:xfrm>
            <a:custGeom>
              <a:avLst/>
              <a:gdLst/>
              <a:ahLst/>
              <a:cxnLst/>
              <a:rect l="l" t="t" r="r" b="b"/>
              <a:pathLst>
                <a:path w="895" h="927" extrusionOk="0">
                  <a:moveTo>
                    <a:pt x="683" y="927"/>
                  </a:moveTo>
                  <a:lnTo>
                    <a:pt x="616" y="707"/>
                  </a:lnTo>
                  <a:lnTo>
                    <a:pt x="279" y="707"/>
                  </a:lnTo>
                  <a:lnTo>
                    <a:pt x="212" y="927"/>
                  </a:lnTo>
                  <a:lnTo>
                    <a:pt x="0" y="927"/>
                  </a:lnTo>
                  <a:lnTo>
                    <a:pt x="327" y="0"/>
                  </a:lnTo>
                  <a:lnTo>
                    <a:pt x="567" y="0"/>
                  </a:lnTo>
                  <a:lnTo>
                    <a:pt x="895" y="927"/>
                  </a:lnTo>
                  <a:lnTo>
                    <a:pt x="683" y="927"/>
                  </a:lnTo>
                  <a:close/>
                  <a:moveTo>
                    <a:pt x="570" y="543"/>
                  </a:moveTo>
                  <a:lnTo>
                    <a:pt x="547" y="473"/>
                  </a:lnTo>
                  <a:lnTo>
                    <a:pt x="528" y="410"/>
                  </a:lnTo>
                  <a:lnTo>
                    <a:pt x="511" y="356"/>
                  </a:lnTo>
                  <a:lnTo>
                    <a:pt x="496" y="310"/>
                  </a:lnTo>
                  <a:lnTo>
                    <a:pt x="485" y="271"/>
                  </a:lnTo>
                  <a:lnTo>
                    <a:pt x="476" y="241"/>
                  </a:lnTo>
                  <a:lnTo>
                    <a:pt x="468" y="220"/>
                  </a:lnTo>
                  <a:lnTo>
                    <a:pt x="464" y="205"/>
                  </a:lnTo>
                  <a:lnTo>
                    <a:pt x="459" y="187"/>
                  </a:lnTo>
                  <a:lnTo>
                    <a:pt x="455" y="170"/>
                  </a:lnTo>
                  <a:lnTo>
                    <a:pt x="451" y="156"/>
                  </a:lnTo>
                  <a:lnTo>
                    <a:pt x="448" y="143"/>
                  </a:lnTo>
                  <a:lnTo>
                    <a:pt x="442" y="167"/>
                  </a:lnTo>
                  <a:lnTo>
                    <a:pt x="432" y="199"/>
                  </a:lnTo>
                  <a:lnTo>
                    <a:pt x="421" y="237"/>
                  </a:lnTo>
                  <a:lnTo>
                    <a:pt x="407" y="284"/>
                  </a:lnTo>
                  <a:lnTo>
                    <a:pt x="391" y="337"/>
                  </a:lnTo>
                  <a:lnTo>
                    <a:pt x="372" y="398"/>
                  </a:lnTo>
                  <a:lnTo>
                    <a:pt x="352" y="468"/>
                  </a:lnTo>
                  <a:lnTo>
                    <a:pt x="328" y="543"/>
                  </a:lnTo>
                  <a:lnTo>
                    <a:pt x="570" y="5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27"/>
            <p:cNvSpPr/>
            <p:nvPr/>
          </p:nvSpPr>
          <p:spPr>
            <a:xfrm>
              <a:off x="762" y="3053"/>
              <a:ext cx="25" cy="40"/>
            </a:xfrm>
            <a:custGeom>
              <a:avLst/>
              <a:gdLst/>
              <a:ahLst/>
              <a:cxnLst/>
              <a:rect l="l" t="t" r="r" b="b"/>
              <a:pathLst>
                <a:path w="572" h="923" extrusionOk="0">
                  <a:moveTo>
                    <a:pt x="0" y="923"/>
                  </a:moveTo>
                  <a:lnTo>
                    <a:pt x="0" y="0"/>
                  </a:lnTo>
                  <a:lnTo>
                    <a:pt x="197" y="0"/>
                  </a:lnTo>
                  <a:lnTo>
                    <a:pt x="197" y="762"/>
                  </a:lnTo>
                  <a:lnTo>
                    <a:pt x="572" y="762"/>
                  </a:lnTo>
                  <a:lnTo>
                    <a:pt x="572" y="923"/>
                  </a:lnTo>
                  <a:lnTo>
                    <a:pt x="0" y="9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27"/>
            <p:cNvSpPr/>
            <p:nvPr/>
          </p:nvSpPr>
          <p:spPr>
            <a:xfrm>
              <a:off x="231" y="3112"/>
              <a:ext cx="27" cy="31"/>
            </a:xfrm>
            <a:custGeom>
              <a:avLst/>
              <a:gdLst/>
              <a:ahLst/>
              <a:cxnLst/>
              <a:rect l="l" t="t" r="r" b="b"/>
              <a:pathLst>
                <a:path w="620" h="701" extrusionOk="0">
                  <a:moveTo>
                    <a:pt x="535" y="701"/>
                  </a:moveTo>
                  <a:lnTo>
                    <a:pt x="448" y="479"/>
                  </a:lnTo>
                  <a:lnTo>
                    <a:pt x="168" y="479"/>
                  </a:lnTo>
                  <a:lnTo>
                    <a:pt x="81" y="701"/>
                  </a:lnTo>
                  <a:lnTo>
                    <a:pt x="0" y="701"/>
                  </a:lnTo>
                  <a:lnTo>
                    <a:pt x="275" y="0"/>
                  </a:lnTo>
                  <a:lnTo>
                    <a:pt x="344" y="0"/>
                  </a:lnTo>
                  <a:lnTo>
                    <a:pt x="620" y="701"/>
                  </a:lnTo>
                  <a:lnTo>
                    <a:pt x="535" y="701"/>
                  </a:lnTo>
                  <a:close/>
                  <a:moveTo>
                    <a:pt x="422" y="406"/>
                  </a:moveTo>
                  <a:lnTo>
                    <a:pt x="342" y="190"/>
                  </a:lnTo>
                  <a:lnTo>
                    <a:pt x="333" y="168"/>
                  </a:lnTo>
                  <a:lnTo>
                    <a:pt x="325" y="143"/>
                  </a:lnTo>
                  <a:lnTo>
                    <a:pt x="317" y="117"/>
                  </a:lnTo>
                  <a:lnTo>
                    <a:pt x="309" y="88"/>
                  </a:lnTo>
                  <a:lnTo>
                    <a:pt x="303" y="112"/>
                  </a:lnTo>
                  <a:lnTo>
                    <a:pt x="296" y="137"/>
                  </a:lnTo>
                  <a:lnTo>
                    <a:pt x="288" y="163"/>
                  </a:lnTo>
                  <a:lnTo>
                    <a:pt x="279" y="190"/>
                  </a:lnTo>
                  <a:lnTo>
                    <a:pt x="196" y="406"/>
                  </a:lnTo>
                  <a:lnTo>
                    <a:pt x="422" y="4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27"/>
            <p:cNvSpPr/>
            <p:nvPr/>
          </p:nvSpPr>
          <p:spPr>
            <a:xfrm>
              <a:off x="261" y="3119"/>
              <a:ext cx="33" cy="24"/>
            </a:xfrm>
            <a:custGeom>
              <a:avLst/>
              <a:gdLst/>
              <a:ahLst/>
              <a:cxnLst/>
              <a:rect l="l" t="t" r="r" b="b"/>
              <a:pathLst>
                <a:path w="748" h="533" extrusionOk="0">
                  <a:moveTo>
                    <a:pt x="668" y="533"/>
                  </a:moveTo>
                  <a:lnTo>
                    <a:pt x="668" y="192"/>
                  </a:lnTo>
                  <a:lnTo>
                    <a:pt x="668" y="178"/>
                  </a:lnTo>
                  <a:lnTo>
                    <a:pt x="667" y="163"/>
                  </a:lnTo>
                  <a:lnTo>
                    <a:pt x="665" y="150"/>
                  </a:lnTo>
                  <a:lnTo>
                    <a:pt x="662" y="137"/>
                  </a:lnTo>
                  <a:lnTo>
                    <a:pt x="658" y="126"/>
                  </a:lnTo>
                  <a:lnTo>
                    <a:pt x="654" y="117"/>
                  </a:lnTo>
                  <a:lnTo>
                    <a:pt x="647" y="107"/>
                  </a:lnTo>
                  <a:lnTo>
                    <a:pt x="641" y="99"/>
                  </a:lnTo>
                  <a:lnTo>
                    <a:pt x="634" y="91"/>
                  </a:lnTo>
                  <a:lnTo>
                    <a:pt x="627" y="85"/>
                  </a:lnTo>
                  <a:lnTo>
                    <a:pt x="617" y="79"/>
                  </a:lnTo>
                  <a:lnTo>
                    <a:pt x="607" y="75"/>
                  </a:lnTo>
                  <a:lnTo>
                    <a:pt x="597" y="71"/>
                  </a:lnTo>
                  <a:lnTo>
                    <a:pt x="584" y="69"/>
                  </a:lnTo>
                  <a:lnTo>
                    <a:pt x="572" y="68"/>
                  </a:lnTo>
                  <a:lnTo>
                    <a:pt x="559" y="67"/>
                  </a:lnTo>
                  <a:lnTo>
                    <a:pt x="540" y="68"/>
                  </a:lnTo>
                  <a:lnTo>
                    <a:pt x="523" y="70"/>
                  </a:lnTo>
                  <a:lnTo>
                    <a:pt x="508" y="73"/>
                  </a:lnTo>
                  <a:lnTo>
                    <a:pt x="493" y="78"/>
                  </a:lnTo>
                  <a:lnTo>
                    <a:pt x="481" y="84"/>
                  </a:lnTo>
                  <a:lnTo>
                    <a:pt x="469" y="91"/>
                  </a:lnTo>
                  <a:lnTo>
                    <a:pt x="458" y="100"/>
                  </a:lnTo>
                  <a:lnTo>
                    <a:pt x="449" y="109"/>
                  </a:lnTo>
                  <a:lnTo>
                    <a:pt x="441" y="121"/>
                  </a:lnTo>
                  <a:lnTo>
                    <a:pt x="433" y="134"/>
                  </a:lnTo>
                  <a:lnTo>
                    <a:pt x="427" y="148"/>
                  </a:lnTo>
                  <a:lnTo>
                    <a:pt x="422" y="164"/>
                  </a:lnTo>
                  <a:lnTo>
                    <a:pt x="418" y="181"/>
                  </a:lnTo>
                  <a:lnTo>
                    <a:pt x="416" y="199"/>
                  </a:lnTo>
                  <a:lnTo>
                    <a:pt x="414" y="219"/>
                  </a:lnTo>
                  <a:lnTo>
                    <a:pt x="414" y="241"/>
                  </a:lnTo>
                  <a:lnTo>
                    <a:pt x="414" y="533"/>
                  </a:lnTo>
                  <a:lnTo>
                    <a:pt x="334" y="533"/>
                  </a:lnTo>
                  <a:lnTo>
                    <a:pt x="334" y="192"/>
                  </a:lnTo>
                  <a:lnTo>
                    <a:pt x="333" y="178"/>
                  </a:lnTo>
                  <a:lnTo>
                    <a:pt x="332" y="163"/>
                  </a:lnTo>
                  <a:lnTo>
                    <a:pt x="330" y="150"/>
                  </a:lnTo>
                  <a:lnTo>
                    <a:pt x="327" y="137"/>
                  </a:lnTo>
                  <a:lnTo>
                    <a:pt x="324" y="126"/>
                  </a:lnTo>
                  <a:lnTo>
                    <a:pt x="319" y="117"/>
                  </a:lnTo>
                  <a:lnTo>
                    <a:pt x="314" y="107"/>
                  </a:lnTo>
                  <a:lnTo>
                    <a:pt x="307" y="99"/>
                  </a:lnTo>
                  <a:lnTo>
                    <a:pt x="300" y="91"/>
                  </a:lnTo>
                  <a:lnTo>
                    <a:pt x="292" y="85"/>
                  </a:lnTo>
                  <a:lnTo>
                    <a:pt x="283" y="79"/>
                  </a:lnTo>
                  <a:lnTo>
                    <a:pt x="273" y="75"/>
                  </a:lnTo>
                  <a:lnTo>
                    <a:pt x="262" y="71"/>
                  </a:lnTo>
                  <a:lnTo>
                    <a:pt x="251" y="69"/>
                  </a:lnTo>
                  <a:lnTo>
                    <a:pt x="237" y="68"/>
                  </a:lnTo>
                  <a:lnTo>
                    <a:pt x="224" y="67"/>
                  </a:lnTo>
                  <a:lnTo>
                    <a:pt x="205" y="68"/>
                  </a:lnTo>
                  <a:lnTo>
                    <a:pt x="188" y="70"/>
                  </a:lnTo>
                  <a:lnTo>
                    <a:pt x="173" y="73"/>
                  </a:lnTo>
                  <a:lnTo>
                    <a:pt x="159" y="78"/>
                  </a:lnTo>
                  <a:lnTo>
                    <a:pt x="146" y="85"/>
                  </a:lnTo>
                  <a:lnTo>
                    <a:pt x="134" y="93"/>
                  </a:lnTo>
                  <a:lnTo>
                    <a:pt x="123" y="101"/>
                  </a:lnTo>
                  <a:lnTo>
                    <a:pt x="114" y="111"/>
                  </a:lnTo>
                  <a:lnTo>
                    <a:pt x="106" y="124"/>
                  </a:lnTo>
                  <a:lnTo>
                    <a:pt x="100" y="137"/>
                  </a:lnTo>
                  <a:lnTo>
                    <a:pt x="93" y="154"/>
                  </a:lnTo>
                  <a:lnTo>
                    <a:pt x="88" y="170"/>
                  </a:lnTo>
                  <a:lnTo>
                    <a:pt x="84" y="190"/>
                  </a:lnTo>
                  <a:lnTo>
                    <a:pt x="82" y="211"/>
                  </a:lnTo>
                  <a:lnTo>
                    <a:pt x="80" y="233"/>
                  </a:lnTo>
                  <a:lnTo>
                    <a:pt x="80" y="258"/>
                  </a:lnTo>
                  <a:lnTo>
                    <a:pt x="80" y="533"/>
                  </a:lnTo>
                  <a:lnTo>
                    <a:pt x="0" y="533"/>
                  </a:lnTo>
                  <a:lnTo>
                    <a:pt x="0" y="9"/>
                  </a:lnTo>
                  <a:lnTo>
                    <a:pt x="64" y="9"/>
                  </a:lnTo>
                  <a:lnTo>
                    <a:pt x="78" y="80"/>
                  </a:lnTo>
                  <a:lnTo>
                    <a:pt x="82" y="80"/>
                  </a:lnTo>
                  <a:lnTo>
                    <a:pt x="87" y="71"/>
                  </a:lnTo>
                  <a:lnTo>
                    <a:pt x="94" y="63"/>
                  </a:lnTo>
                  <a:lnTo>
                    <a:pt x="101" y="55"/>
                  </a:lnTo>
                  <a:lnTo>
                    <a:pt x="109" y="47"/>
                  </a:lnTo>
                  <a:lnTo>
                    <a:pt x="117" y="40"/>
                  </a:lnTo>
                  <a:lnTo>
                    <a:pt x="125" y="33"/>
                  </a:lnTo>
                  <a:lnTo>
                    <a:pt x="135" y="27"/>
                  </a:lnTo>
                  <a:lnTo>
                    <a:pt x="145" y="22"/>
                  </a:lnTo>
                  <a:lnTo>
                    <a:pt x="155" y="16"/>
                  </a:lnTo>
                  <a:lnTo>
                    <a:pt x="166" y="12"/>
                  </a:lnTo>
                  <a:lnTo>
                    <a:pt x="177" y="8"/>
                  </a:lnTo>
                  <a:lnTo>
                    <a:pt x="188" y="5"/>
                  </a:lnTo>
                  <a:lnTo>
                    <a:pt x="200" y="3"/>
                  </a:lnTo>
                  <a:lnTo>
                    <a:pt x="212" y="1"/>
                  </a:lnTo>
                  <a:lnTo>
                    <a:pt x="224" y="0"/>
                  </a:lnTo>
                  <a:lnTo>
                    <a:pt x="236" y="0"/>
                  </a:lnTo>
                  <a:lnTo>
                    <a:pt x="252" y="0"/>
                  </a:lnTo>
                  <a:lnTo>
                    <a:pt x="266" y="1"/>
                  </a:lnTo>
                  <a:lnTo>
                    <a:pt x="279" y="3"/>
                  </a:lnTo>
                  <a:lnTo>
                    <a:pt x="293" y="5"/>
                  </a:lnTo>
                  <a:lnTo>
                    <a:pt x="305" y="8"/>
                  </a:lnTo>
                  <a:lnTo>
                    <a:pt x="317" y="12"/>
                  </a:lnTo>
                  <a:lnTo>
                    <a:pt x="328" y="16"/>
                  </a:lnTo>
                  <a:lnTo>
                    <a:pt x="338" y="22"/>
                  </a:lnTo>
                  <a:lnTo>
                    <a:pt x="348" y="28"/>
                  </a:lnTo>
                  <a:lnTo>
                    <a:pt x="357" y="35"/>
                  </a:lnTo>
                  <a:lnTo>
                    <a:pt x="365" y="42"/>
                  </a:lnTo>
                  <a:lnTo>
                    <a:pt x="372" y="49"/>
                  </a:lnTo>
                  <a:lnTo>
                    <a:pt x="380" y="59"/>
                  </a:lnTo>
                  <a:lnTo>
                    <a:pt x="386" y="68"/>
                  </a:lnTo>
                  <a:lnTo>
                    <a:pt x="392" y="77"/>
                  </a:lnTo>
                  <a:lnTo>
                    <a:pt x="397" y="89"/>
                  </a:lnTo>
                  <a:lnTo>
                    <a:pt x="401" y="89"/>
                  </a:lnTo>
                  <a:lnTo>
                    <a:pt x="408" y="78"/>
                  </a:lnTo>
                  <a:lnTo>
                    <a:pt x="414" y="69"/>
                  </a:lnTo>
                  <a:lnTo>
                    <a:pt x="421" y="60"/>
                  </a:lnTo>
                  <a:lnTo>
                    <a:pt x="429" y="52"/>
                  </a:lnTo>
                  <a:lnTo>
                    <a:pt x="439" y="44"/>
                  </a:lnTo>
                  <a:lnTo>
                    <a:pt x="448" y="37"/>
                  </a:lnTo>
                  <a:lnTo>
                    <a:pt x="458" y="30"/>
                  </a:lnTo>
                  <a:lnTo>
                    <a:pt x="469" y="24"/>
                  </a:lnTo>
                  <a:lnTo>
                    <a:pt x="480" y="18"/>
                  </a:lnTo>
                  <a:lnTo>
                    <a:pt x="492" y="13"/>
                  </a:lnTo>
                  <a:lnTo>
                    <a:pt x="504" y="9"/>
                  </a:lnTo>
                  <a:lnTo>
                    <a:pt x="516" y="6"/>
                  </a:lnTo>
                  <a:lnTo>
                    <a:pt x="530" y="3"/>
                  </a:lnTo>
                  <a:lnTo>
                    <a:pt x="543" y="1"/>
                  </a:lnTo>
                  <a:lnTo>
                    <a:pt x="556" y="0"/>
                  </a:lnTo>
                  <a:lnTo>
                    <a:pt x="570" y="0"/>
                  </a:lnTo>
                  <a:lnTo>
                    <a:pt x="592" y="1"/>
                  </a:lnTo>
                  <a:lnTo>
                    <a:pt x="612" y="3"/>
                  </a:lnTo>
                  <a:lnTo>
                    <a:pt x="631" y="6"/>
                  </a:lnTo>
                  <a:lnTo>
                    <a:pt x="648" y="11"/>
                  </a:lnTo>
                  <a:lnTo>
                    <a:pt x="664" y="17"/>
                  </a:lnTo>
                  <a:lnTo>
                    <a:pt x="678" y="26"/>
                  </a:lnTo>
                  <a:lnTo>
                    <a:pt x="692" y="35"/>
                  </a:lnTo>
                  <a:lnTo>
                    <a:pt x="703" y="45"/>
                  </a:lnTo>
                  <a:lnTo>
                    <a:pt x="708" y="52"/>
                  </a:lnTo>
                  <a:lnTo>
                    <a:pt x="714" y="58"/>
                  </a:lnTo>
                  <a:lnTo>
                    <a:pt x="719" y="64"/>
                  </a:lnTo>
                  <a:lnTo>
                    <a:pt x="723" y="71"/>
                  </a:lnTo>
                  <a:lnTo>
                    <a:pt x="730" y="88"/>
                  </a:lnTo>
                  <a:lnTo>
                    <a:pt x="736" y="104"/>
                  </a:lnTo>
                  <a:lnTo>
                    <a:pt x="741" y="124"/>
                  </a:lnTo>
                  <a:lnTo>
                    <a:pt x="745" y="145"/>
                  </a:lnTo>
                  <a:lnTo>
                    <a:pt x="747" y="167"/>
                  </a:lnTo>
                  <a:lnTo>
                    <a:pt x="748" y="191"/>
                  </a:lnTo>
                  <a:lnTo>
                    <a:pt x="748" y="533"/>
                  </a:lnTo>
                  <a:lnTo>
                    <a:pt x="668" y="5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27"/>
            <p:cNvSpPr/>
            <p:nvPr/>
          </p:nvSpPr>
          <p:spPr>
            <a:xfrm>
              <a:off x="299" y="3119"/>
              <a:ext cx="18" cy="24"/>
            </a:xfrm>
            <a:custGeom>
              <a:avLst/>
              <a:gdLst/>
              <a:ahLst/>
              <a:cxnLst/>
              <a:rect l="l" t="t" r="r" b="b"/>
              <a:pathLst>
                <a:path w="420" h="541" extrusionOk="0">
                  <a:moveTo>
                    <a:pt x="361" y="532"/>
                  </a:moveTo>
                  <a:lnTo>
                    <a:pt x="346" y="458"/>
                  </a:lnTo>
                  <a:lnTo>
                    <a:pt x="342" y="458"/>
                  </a:lnTo>
                  <a:lnTo>
                    <a:pt x="332" y="469"/>
                  </a:lnTo>
                  <a:lnTo>
                    <a:pt x="322" y="479"/>
                  </a:lnTo>
                  <a:lnTo>
                    <a:pt x="313" y="490"/>
                  </a:lnTo>
                  <a:lnTo>
                    <a:pt x="303" y="498"/>
                  </a:lnTo>
                  <a:lnTo>
                    <a:pt x="293" y="506"/>
                  </a:lnTo>
                  <a:lnTo>
                    <a:pt x="284" y="513"/>
                  </a:lnTo>
                  <a:lnTo>
                    <a:pt x="274" y="519"/>
                  </a:lnTo>
                  <a:lnTo>
                    <a:pt x="264" y="524"/>
                  </a:lnTo>
                  <a:lnTo>
                    <a:pt x="254" y="528"/>
                  </a:lnTo>
                  <a:lnTo>
                    <a:pt x="244" y="532"/>
                  </a:lnTo>
                  <a:lnTo>
                    <a:pt x="232" y="534"/>
                  </a:lnTo>
                  <a:lnTo>
                    <a:pt x="220" y="537"/>
                  </a:lnTo>
                  <a:lnTo>
                    <a:pt x="207" y="539"/>
                  </a:lnTo>
                  <a:lnTo>
                    <a:pt x="195" y="540"/>
                  </a:lnTo>
                  <a:lnTo>
                    <a:pt x="181" y="541"/>
                  </a:lnTo>
                  <a:lnTo>
                    <a:pt x="167" y="541"/>
                  </a:lnTo>
                  <a:lnTo>
                    <a:pt x="147" y="540"/>
                  </a:lnTo>
                  <a:lnTo>
                    <a:pt x="130" y="539"/>
                  </a:lnTo>
                  <a:lnTo>
                    <a:pt x="112" y="536"/>
                  </a:lnTo>
                  <a:lnTo>
                    <a:pt x="97" y="531"/>
                  </a:lnTo>
                  <a:lnTo>
                    <a:pt x="82" y="526"/>
                  </a:lnTo>
                  <a:lnTo>
                    <a:pt x="69" y="519"/>
                  </a:lnTo>
                  <a:lnTo>
                    <a:pt x="55" y="510"/>
                  </a:lnTo>
                  <a:lnTo>
                    <a:pt x="44" y="501"/>
                  </a:lnTo>
                  <a:lnTo>
                    <a:pt x="34" y="491"/>
                  </a:lnTo>
                  <a:lnTo>
                    <a:pt x="26" y="479"/>
                  </a:lnTo>
                  <a:lnTo>
                    <a:pt x="17" y="466"/>
                  </a:lnTo>
                  <a:lnTo>
                    <a:pt x="11" y="452"/>
                  </a:lnTo>
                  <a:lnTo>
                    <a:pt x="6" y="438"/>
                  </a:lnTo>
                  <a:lnTo>
                    <a:pt x="3" y="421"/>
                  </a:lnTo>
                  <a:lnTo>
                    <a:pt x="1" y="405"/>
                  </a:lnTo>
                  <a:lnTo>
                    <a:pt x="0" y="387"/>
                  </a:lnTo>
                  <a:lnTo>
                    <a:pt x="1" y="377"/>
                  </a:lnTo>
                  <a:lnTo>
                    <a:pt x="1" y="368"/>
                  </a:lnTo>
                  <a:lnTo>
                    <a:pt x="3" y="358"/>
                  </a:lnTo>
                  <a:lnTo>
                    <a:pt x="4" y="349"/>
                  </a:lnTo>
                  <a:lnTo>
                    <a:pt x="6" y="341"/>
                  </a:lnTo>
                  <a:lnTo>
                    <a:pt x="9" y="333"/>
                  </a:lnTo>
                  <a:lnTo>
                    <a:pt x="12" y="324"/>
                  </a:lnTo>
                  <a:lnTo>
                    <a:pt x="16" y="317"/>
                  </a:lnTo>
                  <a:lnTo>
                    <a:pt x="20" y="310"/>
                  </a:lnTo>
                  <a:lnTo>
                    <a:pt x="24" y="303"/>
                  </a:lnTo>
                  <a:lnTo>
                    <a:pt x="30" y="295"/>
                  </a:lnTo>
                  <a:lnTo>
                    <a:pt x="36" y="289"/>
                  </a:lnTo>
                  <a:lnTo>
                    <a:pt x="42" y="283"/>
                  </a:lnTo>
                  <a:lnTo>
                    <a:pt x="48" y="277"/>
                  </a:lnTo>
                  <a:lnTo>
                    <a:pt x="55" y="272"/>
                  </a:lnTo>
                  <a:lnTo>
                    <a:pt x="64" y="266"/>
                  </a:lnTo>
                  <a:lnTo>
                    <a:pt x="80" y="256"/>
                  </a:lnTo>
                  <a:lnTo>
                    <a:pt x="99" y="248"/>
                  </a:lnTo>
                  <a:lnTo>
                    <a:pt x="121" y="241"/>
                  </a:lnTo>
                  <a:lnTo>
                    <a:pt x="143" y="234"/>
                  </a:lnTo>
                  <a:lnTo>
                    <a:pt x="168" y="229"/>
                  </a:lnTo>
                  <a:lnTo>
                    <a:pt x="194" y="225"/>
                  </a:lnTo>
                  <a:lnTo>
                    <a:pt x="223" y="222"/>
                  </a:lnTo>
                  <a:lnTo>
                    <a:pt x="254" y="221"/>
                  </a:lnTo>
                  <a:lnTo>
                    <a:pt x="343" y="218"/>
                  </a:lnTo>
                  <a:lnTo>
                    <a:pt x="343" y="185"/>
                  </a:lnTo>
                  <a:lnTo>
                    <a:pt x="343" y="170"/>
                  </a:lnTo>
                  <a:lnTo>
                    <a:pt x="342" y="157"/>
                  </a:lnTo>
                  <a:lnTo>
                    <a:pt x="340" y="144"/>
                  </a:lnTo>
                  <a:lnTo>
                    <a:pt x="337" y="132"/>
                  </a:lnTo>
                  <a:lnTo>
                    <a:pt x="332" y="121"/>
                  </a:lnTo>
                  <a:lnTo>
                    <a:pt x="328" y="112"/>
                  </a:lnTo>
                  <a:lnTo>
                    <a:pt x="323" y="102"/>
                  </a:lnTo>
                  <a:lnTo>
                    <a:pt x="317" y="95"/>
                  </a:lnTo>
                  <a:lnTo>
                    <a:pt x="310" y="88"/>
                  </a:lnTo>
                  <a:lnTo>
                    <a:pt x="301" y="82"/>
                  </a:lnTo>
                  <a:lnTo>
                    <a:pt x="292" y="76"/>
                  </a:lnTo>
                  <a:lnTo>
                    <a:pt x="282" y="72"/>
                  </a:lnTo>
                  <a:lnTo>
                    <a:pt x="270" y="69"/>
                  </a:lnTo>
                  <a:lnTo>
                    <a:pt x="259" y="67"/>
                  </a:lnTo>
                  <a:lnTo>
                    <a:pt x="246" y="66"/>
                  </a:lnTo>
                  <a:lnTo>
                    <a:pt x="231" y="65"/>
                  </a:lnTo>
                  <a:lnTo>
                    <a:pt x="215" y="66"/>
                  </a:lnTo>
                  <a:lnTo>
                    <a:pt x="198" y="68"/>
                  </a:lnTo>
                  <a:lnTo>
                    <a:pt x="180" y="71"/>
                  </a:lnTo>
                  <a:lnTo>
                    <a:pt x="162" y="75"/>
                  </a:lnTo>
                  <a:lnTo>
                    <a:pt x="143" y="81"/>
                  </a:lnTo>
                  <a:lnTo>
                    <a:pt x="124" y="88"/>
                  </a:lnTo>
                  <a:lnTo>
                    <a:pt x="104" y="96"/>
                  </a:lnTo>
                  <a:lnTo>
                    <a:pt x="83" y="105"/>
                  </a:lnTo>
                  <a:lnTo>
                    <a:pt x="59" y="44"/>
                  </a:lnTo>
                  <a:lnTo>
                    <a:pt x="79" y="35"/>
                  </a:lnTo>
                  <a:lnTo>
                    <a:pt x="100" y="26"/>
                  </a:lnTo>
                  <a:lnTo>
                    <a:pt x="122" y="19"/>
                  </a:lnTo>
                  <a:lnTo>
                    <a:pt x="143" y="11"/>
                  </a:lnTo>
                  <a:lnTo>
                    <a:pt x="167" y="6"/>
                  </a:lnTo>
                  <a:lnTo>
                    <a:pt x="190" y="3"/>
                  </a:lnTo>
                  <a:lnTo>
                    <a:pt x="214" y="1"/>
                  </a:lnTo>
                  <a:lnTo>
                    <a:pt x="236" y="0"/>
                  </a:lnTo>
                  <a:lnTo>
                    <a:pt x="259" y="1"/>
                  </a:lnTo>
                  <a:lnTo>
                    <a:pt x="280" y="2"/>
                  </a:lnTo>
                  <a:lnTo>
                    <a:pt x="299" y="6"/>
                  </a:lnTo>
                  <a:lnTo>
                    <a:pt x="318" y="10"/>
                  </a:lnTo>
                  <a:lnTo>
                    <a:pt x="335" y="16"/>
                  </a:lnTo>
                  <a:lnTo>
                    <a:pt x="350" y="24"/>
                  </a:lnTo>
                  <a:lnTo>
                    <a:pt x="363" y="32"/>
                  </a:lnTo>
                  <a:lnTo>
                    <a:pt x="375" y="41"/>
                  </a:lnTo>
                  <a:lnTo>
                    <a:pt x="381" y="46"/>
                  </a:lnTo>
                  <a:lnTo>
                    <a:pt x="386" y="53"/>
                  </a:lnTo>
                  <a:lnTo>
                    <a:pt x="390" y="59"/>
                  </a:lnTo>
                  <a:lnTo>
                    <a:pt x="396" y="65"/>
                  </a:lnTo>
                  <a:lnTo>
                    <a:pt x="403" y="79"/>
                  </a:lnTo>
                  <a:lnTo>
                    <a:pt x="409" y="95"/>
                  </a:lnTo>
                  <a:lnTo>
                    <a:pt x="414" y="113"/>
                  </a:lnTo>
                  <a:lnTo>
                    <a:pt x="417" y="132"/>
                  </a:lnTo>
                  <a:lnTo>
                    <a:pt x="419" y="153"/>
                  </a:lnTo>
                  <a:lnTo>
                    <a:pt x="420" y="175"/>
                  </a:lnTo>
                  <a:lnTo>
                    <a:pt x="420" y="532"/>
                  </a:lnTo>
                  <a:lnTo>
                    <a:pt x="361" y="532"/>
                  </a:lnTo>
                  <a:close/>
                  <a:moveTo>
                    <a:pt x="183" y="476"/>
                  </a:moveTo>
                  <a:lnTo>
                    <a:pt x="200" y="475"/>
                  </a:lnTo>
                  <a:lnTo>
                    <a:pt x="218" y="473"/>
                  </a:lnTo>
                  <a:lnTo>
                    <a:pt x="233" y="470"/>
                  </a:lnTo>
                  <a:lnTo>
                    <a:pt x="249" y="466"/>
                  </a:lnTo>
                  <a:lnTo>
                    <a:pt x="262" y="460"/>
                  </a:lnTo>
                  <a:lnTo>
                    <a:pt x="276" y="453"/>
                  </a:lnTo>
                  <a:lnTo>
                    <a:pt x="288" y="445"/>
                  </a:lnTo>
                  <a:lnTo>
                    <a:pt x="298" y="435"/>
                  </a:lnTo>
                  <a:lnTo>
                    <a:pt x="309" y="425"/>
                  </a:lnTo>
                  <a:lnTo>
                    <a:pt x="317" y="413"/>
                  </a:lnTo>
                  <a:lnTo>
                    <a:pt x="324" y="401"/>
                  </a:lnTo>
                  <a:lnTo>
                    <a:pt x="330" y="386"/>
                  </a:lnTo>
                  <a:lnTo>
                    <a:pt x="336" y="372"/>
                  </a:lnTo>
                  <a:lnTo>
                    <a:pt x="339" y="356"/>
                  </a:lnTo>
                  <a:lnTo>
                    <a:pt x="341" y="340"/>
                  </a:lnTo>
                  <a:lnTo>
                    <a:pt x="341" y="321"/>
                  </a:lnTo>
                  <a:lnTo>
                    <a:pt x="341" y="275"/>
                  </a:lnTo>
                  <a:lnTo>
                    <a:pt x="261" y="278"/>
                  </a:lnTo>
                  <a:lnTo>
                    <a:pt x="238" y="279"/>
                  </a:lnTo>
                  <a:lnTo>
                    <a:pt x="218" y="281"/>
                  </a:lnTo>
                  <a:lnTo>
                    <a:pt x="198" y="284"/>
                  </a:lnTo>
                  <a:lnTo>
                    <a:pt x="181" y="287"/>
                  </a:lnTo>
                  <a:lnTo>
                    <a:pt x="164" y="291"/>
                  </a:lnTo>
                  <a:lnTo>
                    <a:pt x="150" y="295"/>
                  </a:lnTo>
                  <a:lnTo>
                    <a:pt x="136" y="301"/>
                  </a:lnTo>
                  <a:lnTo>
                    <a:pt x="125" y="307"/>
                  </a:lnTo>
                  <a:lnTo>
                    <a:pt x="115" y="314"/>
                  </a:lnTo>
                  <a:lnTo>
                    <a:pt x="107" y="322"/>
                  </a:lnTo>
                  <a:lnTo>
                    <a:pt x="100" y="331"/>
                  </a:lnTo>
                  <a:lnTo>
                    <a:pt x="94" y="341"/>
                  </a:lnTo>
                  <a:lnTo>
                    <a:pt x="90" y="351"/>
                  </a:lnTo>
                  <a:lnTo>
                    <a:pt x="85" y="363"/>
                  </a:lnTo>
                  <a:lnTo>
                    <a:pt x="84" y="375"/>
                  </a:lnTo>
                  <a:lnTo>
                    <a:pt x="83" y="388"/>
                  </a:lnTo>
                  <a:lnTo>
                    <a:pt x="83" y="399"/>
                  </a:lnTo>
                  <a:lnTo>
                    <a:pt x="85" y="408"/>
                  </a:lnTo>
                  <a:lnTo>
                    <a:pt x="88" y="417"/>
                  </a:lnTo>
                  <a:lnTo>
                    <a:pt x="90" y="426"/>
                  </a:lnTo>
                  <a:lnTo>
                    <a:pt x="94" y="434"/>
                  </a:lnTo>
                  <a:lnTo>
                    <a:pt x="98" y="441"/>
                  </a:lnTo>
                  <a:lnTo>
                    <a:pt x="103" y="447"/>
                  </a:lnTo>
                  <a:lnTo>
                    <a:pt x="109" y="453"/>
                  </a:lnTo>
                  <a:lnTo>
                    <a:pt x="116" y="459"/>
                  </a:lnTo>
                  <a:lnTo>
                    <a:pt x="124" y="463"/>
                  </a:lnTo>
                  <a:lnTo>
                    <a:pt x="132" y="467"/>
                  </a:lnTo>
                  <a:lnTo>
                    <a:pt x="140" y="470"/>
                  </a:lnTo>
                  <a:lnTo>
                    <a:pt x="151" y="473"/>
                  </a:lnTo>
                  <a:lnTo>
                    <a:pt x="160" y="474"/>
                  </a:lnTo>
                  <a:lnTo>
                    <a:pt x="171" y="475"/>
                  </a:lnTo>
                  <a:lnTo>
                    <a:pt x="183" y="4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27"/>
            <p:cNvSpPr/>
            <p:nvPr/>
          </p:nvSpPr>
          <p:spPr>
            <a:xfrm>
              <a:off x="323" y="3120"/>
              <a:ext cx="16" cy="23"/>
            </a:xfrm>
            <a:custGeom>
              <a:avLst/>
              <a:gdLst/>
              <a:ahLst/>
              <a:cxnLst/>
              <a:rect l="l" t="t" r="r" b="b"/>
              <a:pathLst>
                <a:path w="381" h="524" extrusionOk="0">
                  <a:moveTo>
                    <a:pt x="381" y="524"/>
                  </a:moveTo>
                  <a:lnTo>
                    <a:pt x="0" y="524"/>
                  </a:lnTo>
                  <a:lnTo>
                    <a:pt x="0" y="469"/>
                  </a:lnTo>
                  <a:lnTo>
                    <a:pt x="286" y="62"/>
                  </a:lnTo>
                  <a:lnTo>
                    <a:pt x="18" y="62"/>
                  </a:lnTo>
                  <a:lnTo>
                    <a:pt x="18" y="0"/>
                  </a:lnTo>
                  <a:lnTo>
                    <a:pt x="373" y="0"/>
                  </a:lnTo>
                  <a:lnTo>
                    <a:pt x="373" y="62"/>
                  </a:lnTo>
                  <a:lnTo>
                    <a:pt x="91" y="462"/>
                  </a:lnTo>
                  <a:lnTo>
                    <a:pt x="381" y="462"/>
                  </a:lnTo>
                  <a:lnTo>
                    <a:pt x="381" y="52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27"/>
            <p:cNvSpPr/>
            <p:nvPr/>
          </p:nvSpPr>
          <p:spPr>
            <a:xfrm>
              <a:off x="343" y="3119"/>
              <a:ext cx="21" cy="24"/>
            </a:xfrm>
            <a:custGeom>
              <a:avLst/>
              <a:gdLst/>
              <a:ahLst/>
              <a:cxnLst/>
              <a:rect l="l" t="t" r="r" b="b"/>
              <a:pathLst>
                <a:path w="481" h="542" extrusionOk="0">
                  <a:moveTo>
                    <a:pt x="481" y="271"/>
                  </a:moveTo>
                  <a:lnTo>
                    <a:pt x="480" y="286"/>
                  </a:lnTo>
                  <a:lnTo>
                    <a:pt x="480" y="302"/>
                  </a:lnTo>
                  <a:lnTo>
                    <a:pt x="478" y="317"/>
                  </a:lnTo>
                  <a:lnTo>
                    <a:pt x="477" y="332"/>
                  </a:lnTo>
                  <a:lnTo>
                    <a:pt x="475" y="345"/>
                  </a:lnTo>
                  <a:lnTo>
                    <a:pt x="472" y="358"/>
                  </a:lnTo>
                  <a:lnTo>
                    <a:pt x="469" y="372"/>
                  </a:lnTo>
                  <a:lnTo>
                    <a:pt x="465" y="384"/>
                  </a:lnTo>
                  <a:lnTo>
                    <a:pt x="461" y="397"/>
                  </a:lnTo>
                  <a:lnTo>
                    <a:pt x="455" y="409"/>
                  </a:lnTo>
                  <a:lnTo>
                    <a:pt x="450" y="420"/>
                  </a:lnTo>
                  <a:lnTo>
                    <a:pt x="445" y="431"/>
                  </a:lnTo>
                  <a:lnTo>
                    <a:pt x="438" y="442"/>
                  </a:lnTo>
                  <a:lnTo>
                    <a:pt x="432" y="451"/>
                  </a:lnTo>
                  <a:lnTo>
                    <a:pt x="424" y="462"/>
                  </a:lnTo>
                  <a:lnTo>
                    <a:pt x="416" y="471"/>
                  </a:lnTo>
                  <a:lnTo>
                    <a:pt x="408" y="479"/>
                  </a:lnTo>
                  <a:lnTo>
                    <a:pt x="400" y="488"/>
                  </a:lnTo>
                  <a:lnTo>
                    <a:pt x="390" y="495"/>
                  </a:lnTo>
                  <a:lnTo>
                    <a:pt x="381" y="502"/>
                  </a:lnTo>
                  <a:lnTo>
                    <a:pt x="372" y="508"/>
                  </a:lnTo>
                  <a:lnTo>
                    <a:pt x="361" y="514"/>
                  </a:lnTo>
                  <a:lnTo>
                    <a:pt x="350" y="520"/>
                  </a:lnTo>
                  <a:lnTo>
                    <a:pt x="340" y="525"/>
                  </a:lnTo>
                  <a:lnTo>
                    <a:pt x="328" y="529"/>
                  </a:lnTo>
                  <a:lnTo>
                    <a:pt x="317" y="532"/>
                  </a:lnTo>
                  <a:lnTo>
                    <a:pt x="305" y="535"/>
                  </a:lnTo>
                  <a:lnTo>
                    <a:pt x="292" y="538"/>
                  </a:lnTo>
                  <a:lnTo>
                    <a:pt x="279" y="540"/>
                  </a:lnTo>
                  <a:lnTo>
                    <a:pt x="265" y="541"/>
                  </a:lnTo>
                  <a:lnTo>
                    <a:pt x="252" y="542"/>
                  </a:lnTo>
                  <a:lnTo>
                    <a:pt x="238" y="542"/>
                  </a:lnTo>
                  <a:lnTo>
                    <a:pt x="221" y="542"/>
                  </a:lnTo>
                  <a:lnTo>
                    <a:pt x="204" y="540"/>
                  </a:lnTo>
                  <a:lnTo>
                    <a:pt x="188" y="538"/>
                  </a:lnTo>
                  <a:lnTo>
                    <a:pt x="171" y="534"/>
                  </a:lnTo>
                  <a:lnTo>
                    <a:pt x="157" y="530"/>
                  </a:lnTo>
                  <a:lnTo>
                    <a:pt x="141" y="524"/>
                  </a:lnTo>
                  <a:lnTo>
                    <a:pt x="127" y="517"/>
                  </a:lnTo>
                  <a:lnTo>
                    <a:pt x="113" y="509"/>
                  </a:lnTo>
                  <a:lnTo>
                    <a:pt x="100" y="501"/>
                  </a:lnTo>
                  <a:lnTo>
                    <a:pt x="87" y="491"/>
                  </a:lnTo>
                  <a:lnTo>
                    <a:pt x="76" y="480"/>
                  </a:lnTo>
                  <a:lnTo>
                    <a:pt x="65" y="469"/>
                  </a:lnTo>
                  <a:lnTo>
                    <a:pt x="54" y="457"/>
                  </a:lnTo>
                  <a:lnTo>
                    <a:pt x="45" y="444"/>
                  </a:lnTo>
                  <a:lnTo>
                    <a:pt x="37" y="430"/>
                  </a:lnTo>
                  <a:lnTo>
                    <a:pt x="29" y="415"/>
                  </a:lnTo>
                  <a:lnTo>
                    <a:pt x="22" y="399"/>
                  </a:lnTo>
                  <a:lnTo>
                    <a:pt x="16" y="383"/>
                  </a:lnTo>
                  <a:lnTo>
                    <a:pt x="11" y="366"/>
                  </a:lnTo>
                  <a:lnTo>
                    <a:pt x="7" y="348"/>
                  </a:lnTo>
                  <a:lnTo>
                    <a:pt x="4" y="329"/>
                  </a:lnTo>
                  <a:lnTo>
                    <a:pt x="1" y="311"/>
                  </a:lnTo>
                  <a:lnTo>
                    <a:pt x="0" y="291"/>
                  </a:lnTo>
                  <a:lnTo>
                    <a:pt x="0" y="271"/>
                  </a:lnTo>
                  <a:lnTo>
                    <a:pt x="0" y="255"/>
                  </a:lnTo>
                  <a:lnTo>
                    <a:pt x="1" y="240"/>
                  </a:lnTo>
                  <a:lnTo>
                    <a:pt x="2" y="224"/>
                  </a:lnTo>
                  <a:lnTo>
                    <a:pt x="4" y="210"/>
                  </a:lnTo>
                  <a:lnTo>
                    <a:pt x="6" y="196"/>
                  </a:lnTo>
                  <a:lnTo>
                    <a:pt x="8" y="183"/>
                  </a:lnTo>
                  <a:lnTo>
                    <a:pt x="12" y="169"/>
                  </a:lnTo>
                  <a:lnTo>
                    <a:pt x="15" y="157"/>
                  </a:lnTo>
                  <a:lnTo>
                    <a:pt x="19" y="145"/>
                  </a:lnTo>
                  <a:lnTo>
                    <a:pt x="24" y="133"/>
                  </a:lnTo>
                  <a:lnTo>
                    <a:pt x="30" y="122"/>
                  </a:lnTo>
                  <a:lnTo>
                    <a:pt x="36" y="110"/>
                  </a:lnTo>
                  <a:lnTo>
                    <a:pt x="42" y="100"/>
                  </a:lnTo>
                  <a:lnTo>
                    <a:pt x="48" y="90"/>
                  </a:lnTo>
                  <a:lnTo>
                    <a:pt x="55" y="80"/>
                  </a:lnTo>
                  <a:lnTo>
                    <a:pt x="64" y="71"/>
                  </a:lnTo>
                  <a:lnTo>
                    <a:pt x="72" y="63"/>
                  </a:lnTo>
                  <a:lnTo>
                    <a:pt x="80" y="55"/>
                  </a:lnTo>
                  <a:lnTo>
                    <a:pt x="90" y="47"/>
                  </a:lnTo>
                  <a:lnTo>
                    <a:pt x="99" y="40"/>
                  </a:lnTo>
                  <a:lnTo>
                    <a:pt x="108" y="34"/>
                  </a:lnTo>
                  <a:lnTo>
                    <a:pt x="118" y="28"/>
                  </a:lnTo>
                  <a:lnTo>
                    <a:pt x="129" y="23"/>
                  </a:lnTo>
                  <a:lnTo>
                    <a:pt x="140" y="17"/>
                  </a:lnTo>
                  <a:lnTo>
                    <a:pt x="152" y="13"/>
                  </a:lnTo>
                  <a:lnTo>
                    <a:pt x="163" y="10"/>
                  </a:lnTo>
                  <a:lnTo>
                    <a:pt x="175" y="7"/>
                  </a:lnTo>
                  <a:lnTo>
                    <a:pt x="188" y="4"/>
                  </a:lnTo>
                  <a:lnTo>
                    <a:pt x="200" y="2"/>
                  </a:lnTo>
                  <a:lnTo>
                    <a:pt x="214" y="1"/>
                  </a:lnTo>
                  <a:lnTo>
                    <a:pt x="227" y="0"/>
                  </a:lnTo>
                  <a:lnTo>
                    <a:pt x="241" y="0"/>
                  </a:lnTo>
                  <a:lnTo>
                    <a:pt x="255" y="0"/>
                  </a:lnTo>
                  <a:lnTo>
                    <a:pt x="268" y="1"/>
                  </a:lnTo>
                  <a:lnTo>
                    <a:pt x="281" y="2"/>
                  </a:lnTo>
                  <a:lnTo>
                    <a:pt x="293" y="4"/>
                  </a:lnTo>
                  <a:lnTo>
                    <a:pt x="306" y="7"/>
                  </a:lnTo>
                  <a:lnTo>
                    <a:pt x="318" y="10"/>
                  </a:lnTo>
                  <a:lnTo>
                    <a:pt x="329" y="13"/>
                  </a:lnTo>
                  <a:lnTo>
                    <a:pt x="340" y="18"/>
                  </a:lnTo>
                  <a:lnTo>
                    <a:pt x="351" y="23"/>
                  </a:lnTo>
                  <a:lnTo>
                    <a:pt x="361" y="29"/>
                  </a:lnTo>
                  <a:lnTo>
                    <a:pt x="371" y="34"/>
                  </a:lnTo>
                  <a:lnTo>
                    <a:pt x="381" y="41"/>
                  </a:lnTo>
                  <a:lnTo>
                    <a:pt x="390" y="48"/>
                  </a:lnTo>
                  <a:lnTo>
                    <a:pt x="400" y="56"/>
                  </a:lnTo>
                  <a:lnTo>
                    <a:pt x="408" y="64"/>
                  </a:lnTo>
                  <a:lnTo>
                    <a:pt x="416" y="73"/>
                  </a:lnTo>
                  <a:lnTo>
                    <a:pt x="424" y="83"/>
                  </a:lnTo>
                  <a:lnTo>
                    <a:pt x="432" y="92"/>
                  </a:lnTo>
                  <a:lnTo>
                    <a:pt x="438" y="102"/>
                  </a:lnTo>
                  <a:lnTo>
                    <a:pt x="444" y="113"/>
                  </a:lnTo>
                  <a:lnTo>
                    <a:pt x="450" y="124"/>
                  </a:lnTo>
                  <a:lnTo>
                    <a:pt x="455" y="135"/>
                  </a:lnTo>
                  <a:lnTo>
                    <a:pt x="461" y="147"/>
                  </a:lnTo>
                  <a:lnTo>
                    <a:pt x="465" y="159"/>
                  </a:lnTo>
                  <a:lnTo>
                    <a:pt x="469" y="171"/>
                  </a:lnTo>
                  <a:lnTo>
                    <a:pt x="472" y="185"/>
                  </a:lnTo>
                  <a:lnTo>
                    <a:pt x="475" y="197"/>
                  </a:lnTo>
                  <a:lnTo>
                    <a:pt x="477" y="212"/>
                  </a:lnTo>
                  <a:lnTo>
                    <a:pt x="478" y="226"/>
                  </a:lnTo>
                  <a:lnTo>
                    <a:pt x="480" y="241"/>
                  </a:lnTo>
                  <a:lnTo>
                    <a:pt x="480" y="255"/>
                  </a:lnTo>
                  <a:lnTo>
                    <a:pt x="481" y="271"/>
                  </a:lnTo>
                  <a:close/>
                  <a:moveTo>
                    <a:pt x="81" y="271"/>
                  </a:moveTo>
                  <a:lnTo>
                    <a:pt x="82" y="295"/>
                  </a:lnTo>
                  <a:lnTo>
                    <a:pt x="84" y="318"/>
                  </a:lnTo>
                  <a:lnTo>
                    <a:pt x="87" y="339"/>
                  </a:lnTo>
                  <a:lnTo>
                    <a:pt x="92" y="359"/>
                  </a:lnTo>
                  <a:lnTo>
                    <a:pt x="97" y="377"/>
                  </a:lnTo>
                  <a:lnTo>
                    <a:pt x="104" y="395"/>
                  </a:lnTo>
                  <a:lnTo>
                    <a:pt x="112" y="410"/>
                  </a:lnTo>
                  <a:lnTo>
                    <a:pt x="122" y="423"/>
                  </a:lnTo>
                  <a:lnTo>
                    <a:pt x="132" y="436"/>
                  </a:lnTo>
                  <a:lnTo>
                    <a:pt x="144" y="446"/>
                  </a:lnTo>
                  <a:lnTo>
                    <a:pt x="157" y="455"/>
                  </a:lnTo>
                  <a:lnTo>
                    <a:pt x="171" y="463"/>
                  </a:lnTo>
                  <a:lnTo>
                    <a:pt x="187" y="469"/>
                  </a:lnTo>
                  <a:lnTo>
                    <a:pt x="203" y="473"/>
                  </a:lnTo>
                  <a:lnTo>
                    <a:pt x="221" y="475"/>
                  </a:lnTo>
                  <a:lnTo>
                    <a:pt x="240" y="476"/>
                  </a:lnTo>
                  <a:lnTo>
                    <a:pt x="259" y="475"/>
                  </a:lnTo>
                  <a:lnTo>
                    <a:pt x="277" y="473"/>
                  </a:lnTo>
                  <a:lnTo>
                    <a:pt x="293" y="469"/>
                  </a:lnTo>
                  <a:lnTo>
                    <a:pt x="309" y="463"/>
                  </a:lnTo>
                  <a:lnTo>
                    <a:pt x="323" y="455"/>
                  </a:lnTo>
                  <a:lnTo>
                    <a:pt x="336" y="446"/>
                  </a:lnTo>
                  <a:lnTo>
                    <a:pt x="348" y="436"/>
                  </a:lnTo>
                  <a:lnTo>
                    <a:pt x="358" y="423"/>
                  </a:lnTo>
                  <a:lnTo>
                    <a:pt x="368" y="410"/>
                  </a:lnTo>
                  <a:lnTo>
                    <a:pt x="376" y="395"/>
                  </a:lnTo>
                  <a:lnTo>
                    <a:pt x="383" y="378"/>
                  </a:lnTo>
                  <a:lnTo>
                    <a:pt x="388" y="359"/>
                  </a:lnTo>
                  <a:lnTo>
                    <a:pt x="393" y="340"/>
                  </a:lnTo>
                  <a:lnTo>
                    <a:pt x="396" y="318"/>
                  </a:lnTo>
                  <a:lnTo>
                    <a:pt x="398" y="295"/>
                  </a:lnTo>
                  <a:lnTo>
                    <a:pt x="399" y="271"/>
                  </a:lnTo>
                  <a:lnTo>
                    <a:pt x="398" y="247"/>
                  </a:lnTo>
                  <a:lnTo>
                    <a:pt x="396" y="224"/>
                  </a:lnTo>
                  <a:lnTo>
                    <a:pt x="393" y="202"/>
                  </a:lnTo>
                  <a:lnTo>
                    <a:pt x="388" y="183"/>
                  </a:lnTo>
                  <a:lnTo>
                    <a:pt x="383" y="165"/>
                  </a:lnTo>
                  <a:lnTo>
                    <a:pt x="376" y="148"/>
                  </a:lnTo>
                  <a:lnTo>
                    <a:pt x="368" y="133"/>
                  </a:lnTo>
                  <a:lnTo>
                    <a:pt x="358" y="119"/>
                  </a:lnTo>
                  <a:lnTo>
                    <a:pt x="348" y="107"/>
                  </a:lnTo>
                  <a:lnTo>
                    <a:pt x="336" y="96"/>
                  </a:lnTo>
                  <a:lnTo>
                    <a:pt x="322" y="88"/>
                  </a:lnTo>
                  <a:lnTo>
                    <a:pt x="309" y="80"/>
                  </a:lnTo>
                  <a:lnTo>
                    <a:pt x="293" y="74"/>
                  </a:lnTo>
                  <a:lnTo>
                    <a:pt x="276" y="70"/>
                  </a:lnTo>
                  <a:lnTo>
                    <a:pt x="258" y="68"/>
                  </a:lnTo>
                  <a:lnTo>
                    <a:pt x="239" y="67"/>
                  </a:lnTo>
                  <a:lnTo>
                    <a:pt x="220" y="68"/>
                  </a:lnTo>
                  <a:lnTo>
                    <a:pt x="202" y="70"/>
                  </a:lnTo>
                  <a:lnTo>
                    <a:pt x="186" y="74"/>
                  </a:lnTo>
                  <a:lnTo>
                    <a:pt x="170" y="80"/>
                  </a:lnTo>
                  <a:lnTo>
                    <a:pt x="157" y="87"/>
                  </a:lnTo>
                  <a:lnTo>
                    <a:pt x="143" y="96"/>
                  </a:lnTo>
                  <a:lnTo>
                    <a:pt x="132" y="106"/>
                  </a:lnTo>
                  <a:lnTo>
                    <a:pt x="122" y="119"/>
                  </a:lnTo>
                  <a:lnTo>
                    <a:pt x="112" y="132"/>
                  </a:lnTo>
                  <a:lnTo>
                    <a:pt x="104" y="147"/>
                  </a:lnTo>
                  <a:lnTo>
                    <a:pt x="97" y="164"/>
                  </a:lnTo>
                  <a:lnTo>
                    <a:pt x="92" y="182"/>
                  </a:lnTo>
                  <a:lnTo>
                    <a:pt x="87" y="201"/>
                  </a:lnTo>
                  <a:lnTo>
                    <a:pt x="84" y="223"/>
                  </a:lnTo>
                  <a:lnTo>
                    <a:pt x="82" y="246"/>
                  </a:lnTo>
                  <a:lnTo>
                    <a:pt x="81" y="27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27"/>
            <p:cNvSpPr/>
            <p:nvPr/>
          </p:nvSpPr>
          <p:spPr>
            <a:xfrm>
              <a:off x="370" y="3119"/>
              <a:ext cx="19" cy="24"/>
            </a:xfrm>
            <a:custGeom>
              <a:avLst/>
              <a:gdLst/>
              <a:ahLst/>
              <a:cxnLst/>
              <a:rect l="l" t="t" r="r" b="b"/>
              <a:pathLst>
                <a:path w="438" h="533" extrusionOk="0">
                  <a:moveTo>
                    <a:pt x="359" y="533"/>
                  </a:moveTo>
                  <a:lnTo>
                    <a:pt x="359" y="194"/>
                  </a:lnTo>
                  <a:lnTo>
                    <a:pt x="358" y="179"/>
                  </a:lnTo>
                  <a:lnTo>
                    <a:pt x="357" y="164"/>
                  </a:lnTo>
                  <a:lnTo>
                    <a:pt x="355" y="151"/>
                  </a:lnTo>
                  <a:lnTo>
                    <a:pt x="352" y="138"/>
                  </a:lnTo>
                  <a:lnTo>
                    <a:pt x="348" y="127"/>
                  </a:lnTo>
                  <a:lnTo>
                    <a:pt x="343" y="117"/>
                  </a:lnTo>
                  <a:lnTo>
                    <a:pt x="337" y="107"/>
                  </a:lnTo>
                  <a:lnTo>
                    <a:pt x="329" y="99"/>
                  </a:lnTo>
                  <a:lnTo>
                    <a:pt x="322" y="92"/>
                  </a:lnTo>
                  <a:lnTo>
                    <a:pt x="313" y="85"/>
                  </a:lnTo>
                  <a:lnTo>
                    <a:pt x="304" y="79"/>
                  </a:lnTo>
                  <a:lnTo>
                    <a:pt x="292" y="75"/>
                  </a:lnTo>
                  <a:lnTo>
                    <a:pt x="281" y="71"/>
                  </a:lnTo>
                  <a:lnTo>
                    <a:pt x="267" y="69"/>
                  </a:lnTo>
                  <a:lnTo>
                    <a:pt x="253" y="68"/>
                  </a:lnTo>
                  <a:lnTo>
                    <a:pt x="238" y="67"/>
                  </a:lnTo>
                  <a:lnTo>
                    <a:pt x="219" y="68"/>
                  </a:lnTo>
                  <a:lnTo>
                    <a:pt x="200" y="70"/>
                  </a:lnTo>
                  <a:lnTo>
                    <a:pt x="183" y="73"/>
                  </a:lnTo>
                  <a:lnTo>
                    <a:pt x="167" y="78"/>
                  </a:lnTo>
                  <a:lnTo>
                    <a:pt x="153" y="85"/>
                  </a:lnTo>
                  <a:lnTo>
                    <a:pt x="139" y="92"/>
                  </a:lnTo>
                  <a:lnTo>
                    <a:pt x="128" y="101"/>
                  </a:lnTo>
                  <a:lnTo>
                    <a:pt x="118" y="111"/>
                  </a:lnTo>
                  <a:lnTo>
                    <a:pt x="109" y="124"/>
                  </a:lnTo>
                  <a:lnTo>
                    <a:pt x="101" y="137"/>
                  </a:lnTo>
                  <a:lnTo>
                    <a:pt x="95" y="153"/>
                  </a:lnTo>
                  <a:lnTo>
                    <a:pt x="89" y="170"/>
                  </a:lnTo>
                  <a:lnTo>
                    <a:pt x="84" y="190"/>
                  </a:lnTo>
                  <a:lnTo>
                    <a:pt x="81" y="211"/>
                  </a:lnTo>
                  <a:lnTo>
                    <a:pt x="80" y="233"/>
                  </a:lnTo>
                  <a:lnTo>
                    <a:pt x="79" y="258"/>
                  </a:lnTo>
                  <a:lnTo>
                    <a:pt x="79" y="533"/>
                  </a:lnTo>
                  <a:lnTo>
                    <a:pt x="0" y="533"/>
                  </a:lnTo>
                  <a:lnTo>
                    <a:pt x="0" y="9"/>
                  </a:lnTo>
                  <a:lnTo>
                    <a:pt x="65" y="9"/>
                  </a:lnTo>
                  <a:lnTo>
                    <a:pt x="77" y="80"/>
                  </a:lnTo>
                  <a:lnTo>
                    <a:pt x="81" y="80"/>
                  </a:lnTo>
                  <a:lnTo>
                    <a:pt x="88" y="71"/>
                  </a:lnTo>
                  <a:lnTo>
                    <a:pt x="95" y="63"/>
                  </a:lnTo>
                  <a:lnTo>
                    <a:pt x="102" y="55"/>
                  </a:lnTo>
                  <a:lnTo>
                    <a:pt x="110" y="46"/>
                  </a:lnTo>
                  <a:lnTo>
                    <a:pt x="120" y="39"/>
                  </a:lnTo>
                  <a:lnTo>
                    <a:pt x="129" y="33"/>
                  </a:lnTo>
                  <a:lnTo>
                    <a:pt x="139" y="27"/>
                  </a:lnTo>
                  <a:lnTo>
                    <a:pt x="150" y="21"/>
                  </a:lnTo>
                  <a:lnTo>
                    <a:pt x="161" y="16"/>
                  </a:lnTo>
                  <a:lnTo>
                    <a:pt x="172" y="11"/>
                  </a:lnTo>
                  <a:lnTo>
                    <a:pt x="185" y="8"/>
                  </a:lnTo>
                  <a:lnTo>
                    <a:pt x="196" y="5"/>
                  </a:lnTo>
                  <a:lnTo>
                    <a:pt x="209" y="3"/>
                  </a:lnTo>
                  <a:lnTo>
                    <a:pt x="222" y="1"/>
                  </a:lnTo>
                  <a:lnTo>
                    <a:pt x="234" y="0"/>
                  </a:lnTo>
                  <a:lnTo>
                    <a:pt x="248" y="0"/>
                  </a:lnTo>
                  <a:lnTo>
                    <a:pt x="271" y="1"/>
                  </a:lnTo>
                  <a:lnTo>
                    <a:pt x="292" y="3"/>
                  </a:lnTo>
                  <a:lnTo>
                    <a:pt x="313" y="6"/>
                  </a:lnTo>
                  <a:lnTo>
                    <a:pt x="330" y="11"/>
                  </a:lnTo>
                  <a:lnTo>
                    <a:pt x="348" y="17"/>
                  </a:lnTo>
                  <a:lnTo>
                    <a:pt x="364" y="26"/>
                  </a:lnTo>
                  <a:lnTo>
                    <a:pt x="378" y="35"/>
                  </a:lnTo>
                  <a:lnTo>
                    <a:pt x="390" y="45"/>
                  </a:lnTo>
                  <a:lnTo>
                    <a:pt x="397" y="52"/>
                  </a:lnTo>
                  <a:lnTo>
                    <a:pt x="402" y="58"/>
                  </a:lnTo>
                  <a:lnTo>
                    <a:pt x="407" y="64"/>
                  </a:lnTo>
                  <a:lnTo>
                    <a:pt x="411" y="71"/>
                  </a:lnTo>
                  <a:lnTo>
                    <a:pt x="416" y="79"/>
                  </a:lnTo>
                  <a:lnTo>
                    <a:pt x="419" y="88"/>
                  </a:lnTo>
                  <a:lnTo>
                    <a:pt x="424" y="96"/>
                  </a:lnTo>
                  <a:lnTo>
                    <a:pt x="427" y="104"/>
                  </a:lnTo>
                  <a:lnTo>
                    <a:pt x="432" y="124"/>
                  </a:lnTo>
                  <a:lnTo>
                    <a:pt x="435" y="145"/>
                  </a:lnTo>
                  <a:lnTo>
                    <a:pt x="438" y="167"/>
                  </a:lnTo>
                  <a:lnTo>
                    <a:pt x="438" y="191"/>
                  </a:lnTo>
                  <a:lnTo>
                    <a:pt x="438" y="533"/>
                  </a:lnTo>
                  <a:lnTo>
                    <a:pt x="359" y="5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27"/>
            <p:cNvSpPr/>
            <p:nvPr/>
          </p:nvSpPr>
          <p:spPr>
            <a:xfrm>
              <a:off x="395" y="3119"/>
              <a:ext cx="18" cy="24"/>
            </a:xfrm>
            <a:custGeom>
              <a:avLst/>
              <a:gdLst/>
              <a:ahLst/>
              <a:cxnLst/>
              <a:rect l="l" t="t" r="r" b="b"/>
              <a:pathLst>
                <a:path w="421" h="541" extrusionOk="0">
                  <a:moveTo>
                    <a:pt x="362" y="532"/>
                  </a:moveTo>
                  <a:lnTo>
                    <a:pt x="346" y="458"/>
                  </a:lnTo>
                  <a:lnTo>
                    <a:pt x="342" y="458"/>
                  </a:lnTo>
                  <a:lnTo>
                    <a:pt x="332" y="469"/>
                  </a:lnTo>
                  <a:lnTo>
                    <a:pt x="322" y="479"/>
                  </a:lnTo>
                  <a:lnTo>
                    <a:pt x="312" y="490"/>
                  </a:lnTo>
                  <a:lnTo>
                    <a:pt x="303" y="498"/>
                  </a:lnTo>
                  <a:lnTo>
                    <a:pt x="294" y="506"/>
                  </a:lnTo>
                  <a:lnTo>
                    <a:pt x="283" y="513"/>
                  </a:lnTo>
                  <a:lnTo>
                    <a:pt x="274" y="519"/>
                  </a:lnTo>
                  <a:lnTo>
                    <a:pt x="264" y="524"/>
                  </a:lnTo>
                  <a:lnTo>
                    <a:pt x="254" y="528"/>
                  </a:lnTo>
                  <a:lnTo>
                    <a:pt x="243" y="532"/>
                  </a:lnTo>
                  <a:lnTo>
                    <a:pt x="232" y="534"/>
                  </a:lnTo>
                  <a:lnTo>
                    <a:pt x="220" y="537"/>
                  </a:lnTo>
                  <a:lnTo>
                    <a:pt x="208" y="539"/>
                  </a:lnTo>
                  <a:lnTo>
                    <a:pt x="194" y="540"/>
                  </a:lnTo>
                  <a:lnTo>
                    <a:pt x="181" y="541"/>
                  </a:lnTo>
                  <a:lnTo>
                    <a:pt x="166" y="541"/>
                  </a:lnTo>
                  <a:lnTo>
                    <a:pt x="148" y="540"/>
                  </a:lnTo>
                  <a:lnTo>
                    <a:pt x="129" y="539"/>
                  </a:lnTo>
                  <a:lnTo>
                    <a:pt x="113" y="536"/>
                  </a:lnTo>
                  <a:lnTo>
                    <a:pt x="97" y="531"/>
                  </a:lnTo>
                  <a:lnTo>
                    <a:pt x="83" y="526"/>
                  </a:lnTo>
                  <a:lnTo>
                    <a:pt x="68" y="519"/>
                  </a:lnTo>
                  <a:lnTo>
                    <a:pt x="56" y="510"/>
                  </a:lnTo>
                  <a:lnTo>
                    <a:pt x="44" y="501"/>
                  </a:lnTo>
                  <a:lnTo>
                    <a:pt x="34" y="491"/>
                  </a:lnTo>
                  <a:lnTo>
                    <a:pt x="25" y="479"/>
                  </a:lnTo>
                  <a:lnTo>
                    <a:pt x="18" y="466"/>
                  </a:lnTo>
                  <a:lnTo>
                    <a:pt x="11" y="452"/>
                  </a:lnTo>
                  <a:lnTo>
                    <a:pt x="6" y="438"/>
                  </a:lnTo>
                  <a:lnTo>
                    <a:pt x="3" y="421"/>
                  </a:lnTo>
                  <a:lnTo>
                    <a:pt x="1" y="405"/>
                  </a:lnTo>
                  <a:lnTo>
                    <a:pt x="0" y="387"/>
                  </a:lnTo>
                  <a:lnTo>
                    <a:pt x="0" y="377"/>
                  </a:lnTo>
                  <a:lnTo>
                    <a:pt x="1" y="368"/>
                  </a:lnTo>
                  <a:lnTo>
                    <a:pt x="2" y="358"/>
                  </a:lnTo>
                  <a:lnTo>
                    <a:pt x="4" y="349"/>
                  </a:lnTo>
                  <a:lnTo>
                    <a:pt x="6" y="341"/>
                  </a:lnTo>
                  <a:lnTo>
                    <a:pt x="9" y="333"/>
                  </a:lnTo>
                  <a:lnTo>
                    <a:pt x="12" y="324"/>
                  </a:lnTo>
                  <a:lnTo>
                    <a:pt x="16" y="317"/>
                  </a:lnTo>
                  <a:lnTo>
                    <a:pt x="21" y="310"/>
                  </a:lnTo>
                  <a:lnTo>
                    <a:pt x="25" y="303"/>
                  </a:lnTo>
                  <a:lnTo>
                    <a:pt x="30" y="295"/>
                  </a:lnTo>
                  <a:lnTo>
                    <a:pt x="36" y="289"/>
                  </a:lnTo>
                  <a:lnTo>
                    <a:pt x="42" y="283"/>
                  </a:lnTo>
                  <a:lnTo>
                    <a:pt x="49" y="277"/>
                  </a:lnTo>
                  <a:lnTo>
                    <a:pt x="56" y="272"/>
                  </a:lnTo>
                  <a:lnTo>
                    <a:pt x="64" y="266"/>
                  </a:lnTo>
                  <a:lnTo>
                    <a:pt x="81" y="256"/>
                  </a:lnTo>
                  <a:lnTo>
                    <a:pt x="99" y="248"/>
                  </a:lnTo>
                  <a:lnTo>
                    <a:pt x="120" y="241"/>
                  </a:lnTo>
                  <a:lnTo>
                    <a:pt x="143" y="234"/>
                  </a:lnTo>
                  <a:lnTo>
                    <a:pt x="167" y="229"/>
                  </a:lnTo>
                  <a:lnTo>
                    <a:pt x="194" y="225"/>
                  </a:lnTo>
                  <a:lnTo>
                    <a:pt x="223" y="222"/>
                  </a:lnTo>
                  <a:lnTo>
                    <a:pt x="254" y="221"/>
                  </a:lnTo>
                  <a:lnTo>
                    <a:pt x="343" y="218"/>
                  </a:lnTo>
                  <a:lnTo>
                    <a:pt x="343" y="185"/>
                  </a:lnTo>
                  <a:lnTo>
                    <a:pt x="342" y="170"/>
                  </a:lnTo>
                  <a:lnTo>
                    <a:pt x="341" y="157"/>
                  </a:lnTo>
                  <a:lnTo>
                    <a:pt x="339" y="144"/>
                  </a:lnTo>
                  <a:lnTo>
                    <a:pt x="336" y="132"/>
                  </a:lnTo>
                  <a:lnTo>
                    <a:pt x="333" y="121"/>
                  </a:lnTo>
                  <a:lnTo>
                    <a:pt x="328" y="112"/>
                  </a:lnTo>
                  <a:lnTo>
                    <a:pt x="322" y="102"/>
                  </a:lnTo>
                  <a:lnTo>
                    <a:pt x="316" y="95"/>
                  </a:lnTo>
                  <a:lnTo>
                    <a:pt x="309" y="88"/>
                  </a:lnTo>
                  <a:lnTo>
                    <a:pt x="301" y="82"/>
                  </a:lnTo>
                  <a:lnTo>
                    <a:pt x="292" y="76"/>
                  </a:lnTo>
                  <a:lnTo>
                    <a:pt x="282" y="72"/>
                  </a:lnTo>
                  <a:lnTo>
                    <a:pt x="271" y="69"/>
                  </a:lnTo>
                  <a:lnTo>
                    <a:pt x="258" y="67"/>
                  </a:lnTo>
                  <a:lnTo>
                    <a:pt x="246" y="66"/>
                  </a:lnTo>
                  <a:lnTo>
                    <a:pt x="232" y="65"/>
                  </a:lnTo>
                  <a:lnTo>
                    <a:pt x="215" y="66"/>
                  </a:lnTo>
                  <a:lnTo>
                    <a:pt x="197" y="68"/>
                  </a:lnTo>
                  <a:lnTo>
                    <a:pt x="180" y="71"/>
                  </a:lnTo>
                  <a:lnTo>
                    <a:pt x="161" y="75"/>
                  </a:lnTo>
                  <a:lnTo>
                    <a:pt x="143" y="81"/>
                  </a:lnTo>
                  <a:lnTo>
                    <a:pt x="124" y="88"/>
                  </a:lnTo>
                  <a:lnTo>
                    <a:pt x="103" y="96"/>
                  </a:lnTo>
                  <a:lnTo>
                    <a:pt x="84" y="105"/>
                  </a:lnTo>
                  <a:lnTo>
                    <a:pt x="59" y="44"/>
                  </a:lnTo>
                  <a:lnTo>
                    <a:pt x="79" y="35"/>
                  </a:lnTo>
                  <a:lnTo>
                    <a:pt x="99" y="26"/>
                  </a:lnTo>
                  <a:lnTo>
                    <a:pt x="121" y="19"/>
                  </a:lnTo>
                  <a:lnTo>
                    <a:pt x="144" y="11"/>
                  </a:lnTo>
                  <a:lnTo>
                    <a:pt x="166" y="6"/>
                  </a:lnTo>
                  <a:lnTo>
                    <a:pt x="190" y="3"/>
                  </a:lnTo>
                  <a:lnTo>
                    <a:pt x="213" y="1"/>
                  </a:lnTo>
                  <a:lnTo>
                    <a:pt x="237" y="0"/>
                  </a:lnTo>
                  <a:lnTo>
                    <a:pt x="259" y="1"/>
                  </a:lnTo>
                  <a:lnTo>
                    <a:pt x="280" y="2"/>
                  </a:lnTo>
                  <a:lnTo>
                    <a:pt x="300" y="6"/>
                  </a:lnTo>
                  <a:lnTo>
                    <a:pt x="318" y="10"/>
                  </a:lnTo>
                  <a:lnTo>
                    <a:pt x="335" y="16"/>
                  </a:lnTo>
                  <a:lnTo>
                    <a:pt x="349" y="24"/>
                  </a:lnTo>
                  <a:lnTo>
                    <a:pt x="363" y="32"/>
                  </a:lnTo>
                  <a:lnTo>
                    <a:pt x="375" y="41"/>
                  </a:lnTo>
                  <a:lnTo>
                    <a:pt x="380" y="46"/>
                  </a:lnTo>
                  <a:lnTo>
                    <a:pt x="386" y="53"/>
                  </a:lnTo>
                  <a:lnTo>
                    <a:pt x="391" y="59"/>
                  </a:lnTo>
                  <a:lnTo>
                    <a:pt x="395" y="65"/>
                  </a:lnTo>
                  <a:lnTo>
                    <a:pt x="403" y="79"/>
                  </a:lnTo>
                  <a:lnTo>
                    <a:pt x="409" y="95"/>
                  </a:lnTo>
                  <a:lnTo>
                    <a:pt x="414" y="113"/>
                  </a:lnTo>
                  <a:lnTo>
                    <a:pt x="418" y="132"/>
                  </a:lnTo>
                  <a:lnTo>
                    <a:pt x="420" y="153"/>
                  </a:lnTo>
                  <a:lnTo>
                    <a:pt x="421" y="175"/>
                  </a:lnTo>
                  <a:lnTo>
                    <a:pt x="421" y="532"/>
                  </a:lnTo>
                  <a:lnTo>
                    <a:pt x="362" y="532"/>
                  </a:lnTo>
                  <a:close/>
                  <a:moveTo>
                    <a:pt x="182" y="476"/>
                  </a:moveTo>
                  <a:lnTo>
                    <a:pt x="201" y="475"/>
                  </a:lnTo>
                  <a:lnTo>
                    <a:pt x="217" y="473"/>
                  </a:lnTo>
                  <a:lnTo>
                    <a:pt x="234" y="470"/>
                  </a:lnTo>
                  <a:lnTo>
                    <a:pt x="248" y="466"/>
                  </a:lnTo>
                  <a:lnTo>
                    <a:pt x="263" y="460"/>
                  </a:lnTo>
                  <a:lnTo>
                    <a:pt x="276" y="453"/>
                  </a:lnTo>
                  <a:lnTo>
                    <a:pt x="287" y="445"/>
                  </a:lnTo>
                  <a:lnTo>
                    <a:pt x="299" y="435"/>
                  </a:lnTo>
                  <a:lnTo>
                    <a:pt x="309" y="425"/>
                  </a:lnTo>
                  <a:lnTo>
                    <a:pt x="317" y="413"/>
                  </a:lnTo>
                  <a:lnTo>
                    <a:pt x="325" y="401"/>
                  </a:lnTo>
                  <a:lnTo>
                    <a:pt x="331" y="386"/>
                  </a:lnTo>
                  <a:lnTo>
                    <a:pt x="335" y="372"/>
                  </a:lnTo>
                  <a:lnTo>
                    <a:pt x="338" y="356"/>
                  </a:lnTo>
                  <a:lnTo>
                    <a:pt x="340" y="340"/>
                  </a:lnTo>
                  <a:lnTo>
                    <a:pt x="341" y="321"/>
                  </a:lnTo>
                  <a:lnTo>
                    <a:pt x="341" y="275"/>
                  </a:lnTo>
                  <a:lnTo>
                    <a:pt x="261" y="278"/>
                  </a:lnTo>
                  <a:lnTo>
                    <a:pt x="239" y="279"/>
                  </a:lnTo>
                  <a:lnTo>
                    <a:pt x="218" y="281"/>
                  </a:lnTo>
                  <a:lnTo>
                    <a:pt x="198" y="284"/>
                  </a:lnTo>
                  <a:lnTo>
                    <a:pt x="180" y="287"/>
                  </a:lnTo>
                  <a:lnTo>
                    <a:pt x="164" y="291"/>
                  </a:lnTo>
                  <a:lnTo>
                    <a:pt x="150" y="295"/>
                  </a:lnTo>
                  <a:lnTo>
                    <a:pt x="136" y="301"/>
                  </a:lnTo>
                  <a:lnTo>
                    <a:pt x="125" y="307"/>
                  </a:lnTo>
                  <a:lnTo>
                    <a:pt x="116" y="314"/>
                  </a:lnTo>
                  <a:lnTo>
                    <a:pt x="106" y="322"/>
                  </a:lnTo>
                  <a:lnTo>
                    <a:pt x="99" y="331"/>
                  </a:lnTo>
                  <a:lnTo>
                    <a:pt x="94" y="341"/>
                  </a:lnTo>
                  <a:lnTo>
                    <a:pt x="89" y="351"/>
                  </a:lnTo>
                  <a:lnTo>
                    <a:pt x="86" y="363"/>
                  </a:lnTo>
                  <a:lnTo>
                    <a:pt x="84" y="375"/>
                  </a:lnTo>
                  <a:lnTo>
                    <a:pt x="84" y="388"/>
                  </a:lnTo>
                  <a:lnTo>
                    <a:pt x="84" y="399"/>
                  </a:lnTo>
                  <a:lnTo>
                    <a:pt x="85" y="408"/>
                  </a:lnTo>
                  <a:lnTo>
                    <a:pt x="87" y="417"/>
                  </a:lnTo>
                  <a:lnTo>
                    <a:pt x="90" y="426"/>
                  </a:lnTo>
                  <a:lnTo>
                    <a:pt x="93" y="434"/>
                  </a:lnTo>
                  <a:lnTo>
                    <a:pt x="98" y="441"/>
                  </a:lnTo>
                  <a:lnTo>
                    <a:pt x="103" y="447"/>
                  </a:lnTo>
                  <a:lnTo>
                    <a:pt x="110" y="453"/>
                  </a:lnTo>
                  <a:lnTo>
                    <a:pt x="116" y="459"/>
                  </a:lnTo>
                  <a:lnTo>
                    <a:pt x="124" y="463"/>
                  </a:lnTo>
                  <a:lnTo>
                    <a:pt x="132" y="467"/>
                  </a:lnTo>
                  <a:lnTo>
                    <a:pt x="141" y="470"/>
                  </a:lnTo>
                  <a:lnTo>
                    <a:pt x="150" y="473"/>
                  </a:lnTo>
                  <a:lnTo>
                    <a:pt x="160" y="474"/>
                  </a:lnTo>
                  <a:lnTo>
                    <a:pt x="171" y="475"/>
                  </a:lnTo>
                  <a:lnTo>
                    <a:pt x="182" y="4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27"/>
            <p:cNvSpPr/>
            <p:nvPr/>
          </p:nvSpPr>
          <p:spPr>
            <a:xfrm>
              <a:off x="419" y="3119"/>
              <a:ext cx="16" cy="24"/>
            </a:xfrm>
            <a:custGeom>
              <a:avLst/>
              <a:gdLst/>
              <a:ahLst/>
              <a:cxnLst/>
              <a:rect l="l" t="t" r="r" b="b"/>
              <a:pathLst>
                <a:path w="371" h="542" extrusionOk="0">
                  <a:moveTo>
                    <a:pt x="371" y="390"/>
                  </a:moveTo>
                  <a:lnTo>
                    <a:pt x="371" y="408"/>
                  </a:lnTo>
                  <a:lnTo>
                    <a:pt x="368" y="424"/>
                  </a:lnTo>
                  <a:lnTo>
                    <a:pt x="364" y="440"/>
                  </a:lnTo>
                  <a:lnTo>
                    <a:pt x="358" y="454"/>
                  </a:lnTo>
                  <a:lnTo>
                    <a:pt x="350" y="468"/>
                  </a:lnTo>
                  <a:lnTo>
                    <a:pt x="341" y="481"/>
                  </a:lnTo>
                  <a:lnTo>
                    <a:pt x="330" y="493"/>
                  </a:lnTo>
                  <a:lnTo>
                    <a:pt x="317" y="503"/>
                  </a:lnTo>
                  <a:lnTo>
                    <a:pt x="303" y="512"/>
                  </a:lnTo>
                  <a:lnTo>
                    <a:pt x="287" y="521"/>
                  </a:lnTo>
                  <a:lnTo>
                    <a:pt x="270" y="527"/>
                  </a:lnTo>
                  <a:lnTo>
                    <a:pt x="251" y="532"/>
                  </a:lnTo>
                  <a:lnTo>
                    <a:pt x="231" y="537"/>
                  </a:lnTo>
                  <a:lnTo>
                    <a:pt x="210" y="540"/>
                  </a:lnTo>
                  <a:lnTo>
                    <a:pt x="188" y="541"/>
                  </a:lnTo>
                  <a:lnTo>
                    <a:pt x="163" y="542"/>
                  </a:lnTo>
                  <a:lnTo>
                    <a:pt x="138" y="542"/>
                  </a:lnTo>
                  <a:lnTo>
                    <a:pt x="115" y="540"/>
                  </a:lnTo>
                  <a:lnTo>
                    <a:pt x="92" y="538"/>
                  </a:lnTo>
                  <a:lnTo>
                    <a:pt x="71" y="534"/>
                  </a:lnTo>
                  <a:lnTo>
                    <a:pt x="52" y="530"/>
                  </a:lnTo>
                  <a:lnTo>
                    <a:pt x="33" y="524"/>
                  </a:lnTo>
                  <a:lnTo>
                    <a:pt x="16" y="517"/>
                  </a:lnTo>
                  <a:lnTo>
                    <a:pt x="1" y="509"/>
                  </a:lnTo>
                  <a:lnTo>
                    <a:pt x="1" y="436"/>
                  </a:lnTo>
                  <a:lnTo>
                    <a:pt x="21" y="445"/>
                  </a:lnTo>
                  <a:lnTo>
                    <a:pt x="40" y="452"/>
                  </a:lnTo>
                  <a:lnTo>
                    <a:pt x="61" y="460"/>
                  </a:lnTo>
                  <a:lnTo>
                    <a:pt x="83" y="466"/>
                  </a:lnTo>
                  <a:lnTo>
                    <a:pt x="103" y="471"/>
                  </a:lnTo>
                  <a:lnTo>
                    <a:pt x="125" y="474"/>
                  </a:lnTo>
                  <a:lnTo>
                    <a:pt x="146" y="476"/>
                  </a:lnTo>
                  <a:lnTo>
                    <a:pt x="165" y="477"/>
                  </a:lnTo>
                  <a:lnTo>
                    <a:pt x="181" y="476"/>
                  </a:lnTo>
                  <a:lnTo>
                    <a:pt x="195" y="475"/>
                  </a:lnTo>
                  <a:lnTo>
                    <a:pt x="209" y="474"/>
                  </a:lnTo>
                  <a:lnTo>
                    <a:pt x="221" y="472"/>
                  </a:lnTo>
                  <a:lnTo>
                    <a:pt x="232" y="469"/>
                  </a:lnTo>
                  <a:lnTo>
                    <a:pt x="243" y="466"/>
                  </a:lnTo>
                  <a:lnTo>
                    <a:pt x="252" y="462"/>
                  </a:lnTo>
                  <a:lnTo>
                    <a:pt x="261" y="457"/>
                  </a:lnTo>
                  <a:lnTo>
                    <a:pt x="270" y="451"/>
                  </a:lnTo>
                  <a:lnTo>
                    <a:pt x="276" y="446"/>
                  </a:lnTo>
                  <a:lnTo>
                    <a:pt x="282" y="439"/>
                  </a:lnTo>
                  <a:lnTo>
                    <a:pt x="286" y="432"/>
                  </a:lnTo>
                  <a:lnTo>
                    <a:pt x="290" y="424"/>
                  </a:lnTo>
                  <a:lnTo>
                    <a:pt x="292" y="415"/>
                  </a:lnTo>
                  <a:lnTo>
                    <a:pt x="294" y="407"/>
                  </a:lnTo>
                  <a:lnTo>
                    <a:pt x="294" y="397"/>
                  </a:lnTo>
                  <a:lnTo>
                    <a:pt x="294" y="389"/>
                  </a:lnTo>
                  <a:lnTo>
                    <a:pt x="293" y="382"/>
                  </a:lnTo>
                  <a:lnTo>
                    <a:pt x="291" y="375"/>
                  </a:lnTo>
                  <a:lnTo>
                    <a:pt x="288" y="369"/>
                  </a:lnTo>
                  <a:lnTo>
                    <a:pt x="284" y="361"/>
                  </a:lnTo>
                  <a:lnTo>
                    <a:pt x="280" y="356"/>
                  </a:lnTo>
                  <a:lnTo>
                    <a:pt x="275" y="350"/>
                  </a:lnTo>
                  <a:lnTo>
                    <a:pt x="269" y="344"/>
                  </a:lnTo>
                  <a:lnTo>
                    <a:pt x="260" y="339"/>
                  </a:lnTo>
                  <a:lnTo>
                    <a:pt x="252" y="333"/>
                  </a:lnTo>
                  <a:lnTo>
                    <a:pt x="241" y="327"/>
                  </a:lnTo>
                  <a:lnTo>
                    <a:pt x="229" y="321"/>
                  </a:lnTo>
                  <a:lnTo>
                    <a:pt x="200" y="308"/>
                  </a:lnTo>
                  <a:lnTo>
                    <a:pt x="164" y="293"/>
                  </a:lnTo>
                  <a:lnTo>
                    <a:pt x="131" y="280"/>
                  </a:lnTo>
                  <a:lnTo>
                    <a:pt x="102" y="267"/>
                  </a:lnTo>
                  <a:lnTo>
                    <a:pt x="78" y="256"/>
                  </a:lnTo>
                  <a:lnTo>
                    <a:pt x="61" y="246"/>
                  </a:lnTo>
                  <a:lnTo>
                    <a:pt x="46" y="235"/>
                  </a:lnTo>
                  <a:lnTo>
                    <a:pt x="34" y="224"/>
                  </a:lnTo>
                  <a:lnTo>
                    <a:pt x="24" y="212"/>
                  </a:lnTo>
                  <a:lnTo>
                    <a:pt x="14" y="199"/>
                  </a:lnTo>
                  <a:lnTo>
                    <a:pt x="11" y="193"/>
                  </a:lnTo>
                  <a:lnTo>
                    <a:pt x="8" y="186"/>
                  </a:lnTo>
                  <a:lnTo>
                    <a:pt x="5" y="179"/>
                  </a:lnTo>
                  <a:lnTo>
                    <a:pt x="3" y="171"/>
                  </a:lnTo>
                  <a:lnTo>
                    <a:pt x="1" y="155"/>
                  </a:lnTo>
                  <a:lnTo>
                    <a:pt x="0" y="138"/>
                  </a:lnTo>
                  <a:lnTo>
                    <a:pt x="1" y="122"/>
                  </a:lnTo>
                  <a:lnTo>
                    <a:pt x="3" y="107"/>
                  </a:lnTo>
                  <a:lnTo>
                    <a:pt x="7" y="94"/>
                  </a:lnTo>
                  <a:lnTo>
                    <a:pt x="12" y="80"/>
                  </a:lnTo>
                  <a:lnTo>
                    <a:pt x="21" y="68"/>
                  </a:lnTo>
                  <a:lnTo>
                    <a:pt x="29" y="57"/>
                  </a:lnTo>
                  <a:lnTo>
                    <a:pt x="39" y="46"/>
                  </a:lnTo>
                  <a:lnTo>
                    <a:pt x="52" y="37"/>
                  </a:lnTo>
                  <a:lnTo>
                    <a:pt x="65" y="28"/>
                  </a:lnTo>
                  <a:lnTo>
                    <a:pt x="81" y="21"/>
                  </a:lnTo>
                  <a:lnTo>
                    <a:pt x="96" y="14"/>
                  </a:lnTo>
                  <a:lnTo>
                    <a:pt x="114" y="9"/>
                  </a:lnTo>
                  <a:lnTo>
                    <a:pt x="132" y="5"/>
                  </a:lnTo>
                  <a:lnTo>
                    <a:pt x="152" y="2"/>
                  </a:lnTo>
                  <a:lnTo>
                    <a:pt x="172" y="1"/>
                  </a:lnTo>
                  <a:lnTo>
                    <a:pt x="195" y="0"/>
                  </a:lnTo>
                  <a:lnTo>
                    <a:pt x="216" y="0"/>
                  </a:lnTo>
                  <a:lnTo>
                    <a:pt x="237" y="2"/>
                  </a:lnTo>
                  <a:lnTo>
                    <a:pt x="257" y="5"/>
                  </a:lnTo>
                  <a:lnTo>
                    <a:pt x="279" y="8"/>
                  </a:lnTo>
                  <a:lnTo>
                    <a:pt x="299" y="13"/>
                  </a:lnTo>
                  <a:lnTo>
                    <a:pt x="319" y="20"/>
                  </a:lnTo>
                  <a:lnTo>
                    <a:pt x="340" y="26"/>
                  </a:lnTo>
                  <a:lnTo>
                    <a:pt x="361" y="34"/>
                  </a:lnTo>
                  <a:lnTo>
                    <a:pt x="332" y="99"/>
                  </a:lnTo>
                  <a:lnTo>
                    <a:pt x="312" y="91"/>
                  </a:lnTo>
                  <a:lnTo>
                    <a:pt x="293" y="85"/>
                  </a:lnTo>
                  <a:lnTo>
                    <a:pt x="275" y="79"/>
                  </a:lnTo>
                  <a:lnTo>
                    <a:pt x="257" y="74"/>
                  </a:lnTo>
                  <a:lnTo>
                    <a:pt x="240" y="71"/>
                  </a:lnTo>
                  <a:lnTo>
                    <a:pt x="222" y="68"/>
                  </a:lnTo>
                  <a:lnTo>
                    <a:pt x="206" y="67"/>
                  </a:lnTo>
                  <a:lnTo>
                    <a:pt x="189" y="66"/>
                  </a:lnTo>
                  <a:lnTo>
                    <a:pt x="176" y="67"/>
                  </a:lnTo>
                  <a:lnTo>
                    <a:pt x="162" y="67"/>
                  </a:lnTo>
                  <a:lnTo>
                    <a:pt x="151" y="69"/>
                  </a:lnTo>
                  <a:lnTo>
                    <a:pt x="139" y="71"/>
                  </a:lnTo>
                  <a:lnTo>
                    <a:pt x="129" y="73"/>
                  </a:lnTo>
                  <a:lnTo>
                    <a:pt x="120" y="76"/>
                  </a:lnTo>
                  <a:lnTo>
                    <a:pt x="112" y="79"/>
                  </a:lnTo>
                  <a:lnTo>
                    <a:pt x="104" y="84"/>
                  </a:lnTo>
                  <a:lnTo>
                    <a:pt x="97" y="89"/>
                  </a:lnTo>
                  <a:lnTo>
                    <a:pt x="91" y="94"/>
                  </a:lnTo>
                  <a:lnTo>
                    <a:pt x="87" y="99"/>
                  </a:lnTo>
                  <a:lnTo>
                    <a:pt x="83" y="105"/>
                  </a:lnTo>
                  <a:lnTo>
                    <a:pt x="79" y="111"/>
                  </a:lnTo>
                  <a:lnTo>
                    <a:pt x="77" y="118"/>
                  </a:lnTo>
                  <a:lnTo>
                    <a:pt x="75" y="125"/>
                  </a:lnTo>
                  <a:lnTo>
                    <a:pt x="75" y="132"/>
                  </a:lnTo>
                  <a:lnTo>
                    <a:pt x="75" y="142"/>
                  </a:lnTo>
                  <a:lnTo>
                    <a:pt x="77" y="152"/>
                  </a:lnTo>
                  <a:lnTo>
                    <a:pt x="82" y="161"/>
                  </a:lnTo>
                  <a:lnTo>
                    <a:pt x="86" y="168"/>
                  </a:lnTo>
                  <a:lnTo>
                    <a:pt x="92" y="176"/>
                  </a:lnTo>
                  <a:lnTo>
                    <a:pt x="100" y="183"/>
                  </a:lnTo>
                  <a:lnTo>
                    <a:pt x="109" y="190"/>
                  </a:lnTo>
                  <a:lnTo>
                    <a:pt x="121" y="196"/>
                  </a:lnTo>
                  <a:lnTo>
                    <a:pt x="135" y="204"/>
                  </a:lnTo>
                  <a:lnTo>
                    <a:pt x="156" y="213"/>
                  </a:lnTo>
                  <a:lnTo>
                    <a:pt x="181" y="223"/>
                  </a:lnTo>
                  <a:lnTo>
                    <a:pt x="213" y="235"/>
                  </a:lnTo>
                  <a:lnTo>
                    <a:pt x="235" y="244"/>
                  </a:lnTo>
                  <a:lnTo>
                    <a:pt x="255" y="252"/>
                  </a:lnTo>
                  <a:lnTo>
                    <a:pt x="274" y="261"/>
                  </a:lnTo>
                  <a:lnTo>
                    <a:pt x="290" y="270"/>
                  </a:lnTo>
                  <a:lnTo>
                    <a:pt x="306" y="278"/>
                  </a:lnTo>
                  <a:lnTo>
                    <a:pt x="318" y="286"/>
                  </a:lnTo>
                  <a:lnTo>
                    <a:pt x="330" y="295"/>
                  </a:lnTo>
                  <a:lnTo>
                    <a:pt x="339" y="304"/>
                  </a:lnTo>
                  <a:lnTo>
                    <a:pt x="346" y="312"/>
                  </a:lnTo>
                  <a:lnTo>
                    <a:pt x="352" y="322"/>
                  </a:lnTo>
                  <a:lnTo>
                    <a:pt x="359" y="332"/>
                  </a:lnTo>
                  <a:lnTo>
                    <a:pt x="363" y="342"/>
                  </a:lnTo>
                  <a:lnTo>
                    <a:pt x="367" y="353"/>
                  </a:lnTo>
                  <a:lnTo>
                    <a:pt x="369" y="365"/>
                  </a:lnTo>
                  <a:lnTo>
                    <a:pt x="371" y="377"/>
                  </a:lnTo>
                  <a:lnTo>
                    <a:pt x="371" y="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27"/>
            <p:cNvSpPr/>
            <p:nvPr/>
          </p:nvSpPr>
          <p:spPr>
            <a:xfrm>
              <a:off x="68" y="3004"/>
              <a:ext cx="140" cy="187"/>
            </a:xfrm>
            <a:custGeom>
              <a:avLst/>
              <a:gdLst/>
              <a:ahLst/>
              <a:cxnLst/>
              <a:rect l="l" t="t" r="r" b="b"/>
              <a:pathLst>
                <a:path w="3207" h="4308" extrusionOk="0">
                  <a:moveTo>
                    <a:pt x="3057" y="2204"/>
                  </a:moveTo>
                  <a:lnTo>
                    <a:pt x="3072" y="2205"/>
                  </a:lnTo>
                  <a:lnTo>
                    <a:pt x="3087" y="2207"/>
                  </a:lnTo>
                  <a:lnTo>
                    <a:pt x="3102" y="2211"/>
                  </a:lnTo>
                  <a:lnTo>
                    <a:pt x="3115" y="2216"/>
                  </a:lnTo>
                  <a:lnTo>
                    <a:pt x="3129" y="2222"/>
                  </a:lnTo>
                  <a:lnTo>
                    <a:pt x="3141" y="2229"/>
                  </a:lnTo>
                  <a:lnTo>
                    <a:pt x="3152" y="2239"/>
                  </a:lnTo>
                  <a:lnTo>
                    <a:pt x="3163" y="2248"/>
                  </a:lnTo>
                  <a:lnTo>
                    <a:pt x="3173" y="2258"/>
                  </a:lnTo>
                  <a:lnTo>
                    <a:pt x="3181" y="2271"/>
                  </a:lnTo>
                  <a:lnTo>
                    <a:pt x="3189" y="2283"/>
                  </a:lnTo>
                  <a:lnTo>
                    <a:pt x="3196" y="2296"/>
                  </a:lnTo>
                  <a:lnTo>
                    <a:pt x="3200" y="2310"/>
                  </a:lnTo>
                  <a:lnTo>
                    <a:pt x="3204" y="2325"/>
                  </a:lnTo>
                  <a:lnTo>
                    <a:pt x="3206" y="2339"/>
                  </a:lnTo>
                  <a:lnTo>
                    <a:pt x="3207" y="2354"/>
                  </a:lnTo>
                  <a:lnTo>
                    <a:pt x="3207" y="3056"/>
                  </a:lnTo>
                  <a:lnTo>
                    <a:pt x="3206" y="3071"/>
                  </a:lnTo>
                  <a:lnTo>
                    <a:pt x="3204" y="3086"/>
                  </a:lnTo>
                  <a:lnTo>
                    <a:pt x="3200" y="3100"/>
                  </a:lnTo>
                  <a:lnTo>
                    <a:pt x="3196" y="3114"/>
                  </a:lnTo>
                  <a:lnTo>
                    <a:pt x="3189" y="3127"/>
                  </a:lnTo>
                  <a:lnTo>
                    <a:pt x="3181" y="3140"/>
                  </a:lnTo>
                  <a:lnTo>
                    <a:pt x="3173" y="3151"/>
                  </a:lnTo>
                  <a:lnTo>
                    <a:pt x="3163" y="3162"/>
                  </a:lnTo>
                  <a:lnTo>
                    <a:pt x="3152" y="3172"/>
                  </a:lnTo>
                  <a:lnTo>
                    <a:pt x="3141" y="3180"/>
                  </a:lnTo>
                  <a:lnTo>
                    <a:pt x="3129" y="3188"/>
                  </a:lnTo>
                  <a:lnTo>
                    <a:pt x="3115" y="3194"/>
                  </a:lnTo>
                  <a:lnTo>
                    <a:pt x="3102" y="3200"/>
                  </a:lnTo>
                  <a:lnTo>
                    <a:pt x="3087" y="3203"/>
                  </a:lnTo>
                  <a:lnTo>
                    <a:pt x="3072" y="3205"/>
                  </a:lnTo>
                  <a:lnTo>
                    <a:pt x="3057" y="3206"/>
                  </a:lnTo>
                  <a:lnTo>
                    <a:pt x="2356" y="3206"/>
                  </a:lnTo>
                  <a:lnTo>
                    <a:pt x="2340" y="3205"/>
                  </a:lnTo>
                  <a:lnTo>
                    <a:pt x="2325" y="3203"/>
                  </a:lnTo>
                  <a:lnTo>
                    <a:pt x="2311" y="3200"/>
                  </a:lnTo>
                  <a:lnTo>
                    <a:pt x="2297" y="3194"/>
                  </a:lnTo>
                  <a:lnTo>
                    <a:pt x="2283" y="3188"/>
                  </a:lnTo>
                  <a:lnTo>
                    <a:pt x="2271" y="3180"/>
                  </a:lnTo>
                  <a:lnTo>
                    <a:pt x="2260" y="3172"/>
                  </a:lnTo>
                  <a:lnTo>
                    <a:pt x="2249" y="3162"/>
                  </a:lnTo>
                  <a:lnTo>
                    <a:pt x="2240" y="3151"/>
                  </a:lnTo>
                  <a:lnTo>
                    <a:pt x="2231" y="3140"/>
                  </a:lnTo>
                  <a:lnTo>
                    <a:pt x="2223" y="3127"/>
                  </a:lnTo>
                  <a:lnTo>
                    <a:pt x="2217" y="3114"/>
                  </a:lnTo>
                  <a:lnTo>
                    <a:pt x="2212" y="3100"/>
                  </a:lnTo>
                  <a:lnTo>
                    <a:pt x="2208" y="3086"/>
                  </a:lnTo>
                  <a:lnTo>
                    <a:pt x="2206" y="3071"/>
                  </a:lnTo>
                  <a:lnTo>
                    <a:pt x="2205" y="3056"/>
                  </a:lnTo>
                  <a:lnTo>
                    <a:pt x="2205" y="2354"/>
                  </a:lnTo>
                  <a:lnTo>
                    <a:pt x="2206" y="2339"/>
                  </a:lnTo>
                  <a:lnTo>
                    <a:pt x="2208" y="2325"/>
                  </a:lnTo>
                  <a:lnTo>
                    <a:pt x="2212" y="2310"/>
                  </a:lnTo>
                  <a:lnTo>
                    <a:pt x="2217" y="2296"/>
                  </a:lnTo>
                  <a:lnTo>
                    <a:pt x="2223" y="2283"/>
                  </a:lnTo>
                  <a:lnTo>
                    <a:pt x="2231" y="2271"/>
                  </a:lnTo>
                  <a:lnTo>
                    <a:pt x="2240" y="2258"/>
                  </a:lnTo>
                  <a:lnTo>
                    <a:pt x="2249" y="2248"/>
                  </a:lnTo>
                  <a:lnTo>
                    <a:pt x="2260" y="2239"/>
                  </a:lnTo>
                  <a:lnTo>
                    <a:pt x="2271" y="2229"/>
                  </a:lnTo>
                  <a:lnTo>
                    <a:pt x="2283" y="2222"/>
                  </a:lnTo>
                  <a:lnTo>
                    <a:pt x="2297" y="2216"/>
                  </a:lnTo>
                  <a:lnTo>
                    <a:pt x="2311" y="2211"/>
                  </a:lnTo>
                  <a:lnTo>
                    <a:pt x="2325" y="2207"/>
                  </a:lnTo>
                  <a:lnTo>
                    <a:pt x="2340" y="2205"/>
                  </a:lnTo>
                  <a:lnTo>
                    <a:pt x="2356" y="2204"/>
                  </a:lnTo>
                  <a:lnTo>
                    <a:pt x="3057" y="2204"/>
                  </a:lnTo>
                  <a:close/>
                  <a:moveTo>
                    <a:pt x="852" y="3306"/>
                  </a:moveTo>
                  <a:lnTo>
                    <a:pt x="867" y="3307"/>
                  </a:lnTo>
                  <a:lnTo>
                    <a:pt x="883" y="3309"/>
                  </a:lnTo>
                  <a:lnTo>
                    <a:pt x="897" y="3313"/>
                  </a:lnTo>
                  <a:lnTo>
                    <a:pt x="911" y="3317"/>
                  </a:lnTo>
                  <a:lnTo>
                    <a:pt x="924" y="3325"/>
                  </a:lnTo>
                  <a:lnTo>
                    <a:pt x="937" y="3332"/>
                  </a:lnTo>
                  <a:lnTo>
                    <a:pt x="948" y="3340"/>
                  </a:lnTo>
                  <a:lnTo>
                    <a:pt x="958" y="3350"/>
                  </a:lnTo>
                  <a:lnTo>
                    <a:pt x="969" y="3361"/>
                  </a:lnTo>
                  <a:lnTo>
                    <a:pt x="977" y="3372"/>
                  </a:lnTo>
                  <a:lnTo>
                    <a:pt x="984" y="3384"/>
                  </a:lnTo>
                  <a:lnTo>
                    <a:pt x="990" y="3398"/>
                  </a:lnTo>
                  <a:lnTo>
                    <a:pt x="995" y="3411"/>
                  </a:lnTo>
                  <a:lnTo>
                    <a:pt x="1000" y="3426"/>
                  </a:lnTo>
                  <a:lnTo>
                    <a:pt x="1002" y="3441"/>
                  </a:lnTo>
                  <a:lnTo>
                    <a:pt x="1003" y="3457"/>
                  </a:lnTo>
                  <a:lnTo>
                    <a:pt x="1003" y="4157"/>
                  </a:lnTo>
                  <a:lnTo>
                    <a:pt x="1002" y="4173"/>
                  </a:lnTo>
                  <a:lnTo>
                    <a:pt x="1000" y="4188"/>
                  </a:lnTo>
                  <a:lnTo>
                    <a:pt x="995" y="4203"/>
                  </a:lnTo>
                  <a:lnTo>
                    <a:pt x="990" y="4216"/>
                  </a:lnTo>
                  <a:lnTo>
                    <a:pt x="984" y="4229"/>
                  </a:lnTo>
                  <a:lnTo>
                    <a:pt x="977" y="4242"/>
                  </a:lnTo>
                  <a:lnTo>
                    <a:pt x="969" y="4253"/>
                  </a:lnTo>
                  <a:lnTo>
                    <a:pt x="958" y="4264"/>
                  </a:lnTo>
                  <a:lnTo>
                    <a:pt x="948" y="4274"/>
                  </a:lnTo>
                  <a:lnTo>
                    <a:pt x="937" y="4282"/>
                  </a:lnTo>
                  <a:lnTo>
                    <a:pt x="924" y="4289"/>
                  </a:lnTo>
                  <a:lnTo>
                    <a:pt x="911" y="4296"/>
                  </a:lnTo>
                  <a:lnTo>
                    <a:pt x="897" y="4301"/>
                  </a:lnTo>
                  <a:lnTo>
                    <a:pt x="883" y="4305"/>
                  </a:lnTo>
                  <a:lnTo>
                    <a:pt x="867" y="4307"/>
                  </a:lnTo>
                  <a:lnTo>
                    <a:pt x="852" y="4308"/>
                  </a:lnTo>
                  <a:lnTo>
                    <a:pt x="151" y="4308"/>
                  </a:lnTo>
                  <a:lnTo>
                    <a:pt x="136" y="4307"/>
                  </a:lnTo>
                  <a:lnTo>
                    <a:pt x="120" y="4305"/>
                  </a:lnTo>
                  <a:lnTo>
                    <a:pt x="106" y="4301"/>
                  </a:lnTo>
                  <a:lnTo>
                    <a:pt x="92" y="4296"/>
                  </a:lnTo>
                  <a:lnTo>
                    <a:pt x="79" y="4289"/>
                  </a:lnTo>
                  <a:lnTo>
                    <a:pt x="66" y="4282"/>
                  </a:lnTo>
                  <a:lnTo>
                    <a:pt x="55" y="4274"/>
                  </a:lnTo>
                  <a:lnTo>
                    <a:pt x="45" y="4264"/>
                  </a:lnTo>
                  <a:lnTo>
                    <a:pt x="34" y="4253"/>
                  </a:lnTo>
                  <a:lnTo>
                    <a:pt x="26" y="4242"/>
                  </a:lnTo>
                  <a:lnTo>
                    <a:pt x="19" y="4229"/>
                  </a:lnTo>
                  <a:lnTo>
                    <a:pt x="13" y="4216"/>
                  </a:lnTo>
                  <a:lnTo>
                    <a:pt x="7" y="4203"/>
                  </a:lnTo>
                  <a:lnTo>
                    <a:pt x="3" y="4188"/>
                  </a:lnTo>
                  <a:lnTo>
                    <a:pt x="1" y="4173"/>
                  </a:lnTo>
                  <a:lnTo>
                    <a:pt x="0" y="4157"/>
                  </a:lnTo>
                  <a:lnTo>
                    <a:pt x="0" y="3457"/>
                  </a:lnTo>
                  <a:lnTo>
                    <a:pt x="1" y="3441"/>
                  </a:lnTo>
                  <a:lnTo>
                    <a:pt x="3" y="3426"/>
                  </a:lnTo>
                  <a:lnTo>
                    <a:pt x="7" y="3411"/>
                  </a:lnTo>
                  <a:lnTo>
                    <a:pt x="13" y="3398"/>
                  </a:lnTo>
                  <a:lnTo>
                    <a:pt x="19" y="3384"/>
                  </a:lnTo>
                  <a:lnTo>
                    <a:pt x="26" y="3372"/>
                  </a:lnTo>
                  <a:lnTo>
                    <a:pt x="34" y="3361"/>
                  </a:lnTo>
                  <a:lnTo>
                    <a:pt x="45" y="3350"/>
                  </a:lnTo>
                  <a:lnTo>
                    <a:pt x="55" y="3340"/>
                  </a:lnTo>
                  <a:lnTo>
                    <a:pt x="66" y="3332"/>
                  </a:lnTo>
                  <a:lnTo>
                    <a:pt x="79" y="3325"/>
                  </a:lnTo>
                  <a:lnTo>
                    <a:pt x="92" y="3317"/>
                  </a:lnTo>
                  <a:lnTo>
                    <a:pt x="106" y="3313"/>
                  </a:lnTo>
                  <a:lnTo>
                    <a:pt x="120" y="3309"/>
                  </a:lnTo>
                  <a:lnTo>
                    <a:pt x="136" y="3307"/>
                  </a:lnTo>
                  <a:lnTo>
                    <a:pt x="150" y="3306"/>
                  </a:lnTo>
                  <a:lnTo>
                    <a:pt x="852" y="3306"/>
                  </a:lnTo>
                  <a:close/>
                  <a:moveTo>
                    <a:pt x="852" y="1102"/>
                  </a:moveTo>
                  <a:lnTo>
                    <a:pt x="867" y="1102"/>
                  </a:lnTo>
                  <a:lnTo>
                    <a:pt x="883" y="1106"/>
                  </a:lnTo>
                  <a:lnTo>
                    <a:pt x="897" y="1109"/>
                  </a:lnTo>
                  <a:lnTo>
                    <a:pt x="911" y="1114"/>
                  </a:lnTo>
                  <a:lnTo>
                    <a:pt x="924" y="1120"/>
                  </a:lnTo>
                  <a:lnTo>
                    <a:pt x="937" y="1128"/>
                  </a:lnTo>
                  <a:lnTo>
                    <a:pt x="948" y="1136"/>
                  </a:lnTo>
                  <a:lnTo>
                    <a:pt x="958" y="1146"/>
                  </a:lnTo>
                  <a:lnTo>
                    <a:pt x="969" y="1157"/>
                  </a:lnTo>
                  <a:lnTo>
                    <a:pt x="977" y="1169"/>
                  </a:lnTo>
                  <a:lnTo>
                    <a:pt x="984" y="1181"/>
                  </a:lnTo>
                  <a:lnTo>
                    <a:pt x="990" y="1194"/>
                  </a:lnTo>
                  <a:lnTo>
                    <a:pt x="995" y="1208"/>
                  </a:lnTo>
                  <a:lnTo>
                    <a:pt x="1000" y="1222"/>
                  </a:lnTo>
                  <a:lnTo>
                    <a:pt x="1002" y="1237"/>
                  </a:lnTo>
                  <a:lnTo>
                    <a:pt x="1003" y="1252"/>
                  </a:lnTo>
                  <a:lnTo>
                    <a:pt x="1003" y="1954"/>
                  </a:lnTo>
                  <a:lnTo>
                    <a:pt x="1002" y="1969"/>
                  </a:lnTo>
                  <a:lnTo>
                    <a:pt x="1000" y="1984"/>
                  </a:lnTo>
                  <a:lnTo>
                    <a:pt x="995" y="1998"/>
                  </a:lnTo>
                  <a:lnTo>
                    <a:pt x="990" y="2013"/>
                  </a:lnTo>
                  <a:lnTo>
                    <a:pt x="984" y="2025"/>
                  </a:lnTo>
                  <a:lnTo>
                    <a:pt x="977" y="2037"/>
                  </a:lnTo>
                  <a:lnTo>
                    <a:pt x="969" y="2050"/>
                  </a:lnTo>
                  <a:lnTo>
                    <a:pt x="958" y="2060"/>
                  </a:lnTo>
                  <a:lnTo>
                    <a:pt x="948" y="2069"/>
                  </a:lnTo>
                  <a:lnTo>
                    <a:pt x="937" y="2079"/>
                  </a:lnTo>
                  <a:lnTo>
                    <a:pt x="924" y="2086"/>
                  </a:lnTo>
                  <a:lnTo>
                    <a:pt x="911" y="2092"/>
                  </a:lnTo>
                  <a:lnTo>
                    <a:pt x="897" y="2097"/>
                  </a:lnTo>
                  <a:lnTo>
                    <a:pt x="883" y="2101"/>
                  </a:lnTo>
                  <a:lnTo>
                    <a:pt x="867" y="2103"/>
                  </a:lnTo>
                  <a:lnTo>
                    <a:pt x="852" y="2104"/>
                  </a:lnTo>
                  <a:lnTo>
                    <a:pt x="151" y="2103"/>
                  </a:lnTo>
                  <a:lnTo>
                    <a:pt x="136" y="2103"/>
                  </a:lnTo>
                  <a:lnTo>
                    <a:pt x="120" y="2101"/>
                  </a:lnTo>
                  <a:lnTo>
                    <a:pt x="106" y="2097"/>
                  </a:lnTo>
                  <a:lnTo>
                    <a:pt x="92" y="2092"/>
                  </a:lnTo>
                  <a:lnTo>
                    <a:pt x="79" y="2086"/>
                  </a:lnTo>
                  <a:lnTo>
                    <a:pt x="66" y="2079"/>
                  </a:lnTo>
                  <a:lnTo>
                    <a:pt x="55" y="2069"/>
                  </a:lnTo>
                  <a:lnTo>
                    <a:pt x="45" y="2060"/>
                  </a:lnTo>
                  <a:lnTo>
                    <a:pt x="34" y="2050"/>
                  </a:lnTo>
                  <a:lnTo>
                    <a:pt x="26" y="2037"/>
                  </a:lnTo>
                  <a:lnTo>
                    <a:pt x="19" y="2025"/>
                  </a:lnTo>
                  <a:lnTo>
                    <a:pt x="13" y="2013"/>
                  </a:lnTo>
                  <a:lnTo>
                    <a:pt x="7" y="1998"/>
                  </a:lnTo>
                  <a:lnTo>
                    <a:pt x="3" y="1984"/>
                  </a:lnTo>
                  <a:lnTo>
                    <a:pt x="1" y="1969"/>
                  </a:lnTo>
                  <a:lnTo>
                    <a:pt x="0" y="1954"/>
                  </a:lnTo>
                  <a:lnTo>
                    <a:pt x="0" y="1252"/>
                  </a:lnTo>
                  <a:lnTo>
                    <a:pt x="1" y="1237"/>
                  </a:lnTo>
                  <a:lnTo>
                    <a:pt x="3" y="1222"/>
                  </a:lnTo>
                  <a:lnTo>
                    <a:pt x="7" y="1208"/>
                  </a:lnTo>
                  <a:lnTo>
                    <a:pt x="13" y="1194"/>
                  </a:lnTo>
                  <a:lnTo>
                    <a:pt x="19" y="1181"/>
                  </a:lnTo>
                  <a:lnTo>
                    <a:pt x="26" y="1169"/>
                  </a:lnTo>
                  <a:lnTo>
                    <a:pt x="34" y="1157"/>
                  </a:lnTo>
                  <a:lnTo>
                    <a:pt x="45" y="1146"/>
                  </a:lnTo>
                  <a:lnTo>
                    <a:pt x="55" y="1136"/>
                  </a:lnTo>
                  <a:lnTo>
                    <a:pt x="66" y="1128"/>
                  </a:lnTo>
                  <a:lnTo>
                    <a:pt x="79" y="1120"/>
                  </a:lnTo>
                  <a:lnTo>
                    <a:pt x="92" y="1114"/>
                  </a:lnTo>
                  <a:lnTo>
                    <a:pt x="106" y="1109"/>
                  </a:lnTo>
                  <a:lnTo>
                    <a:pt x="120" y="1106"/>
                  </a:lnTo>
                  <a:lnTo>
                    <a:pt x="136" y="1102"/>
                  </a:lnTo>
                  <a:lnTo>
                    <a:pt x="150" y="1102"/>
                  </a:lnTo>
                  <a:lnTo>
                    <a:pt x="852" y="1102"/>
                  </a:lnTo>
                  <a:close/>
                  <a:moveTo>
                    <a:pt x="852" y="2204"/>
                  </a:moveTo>
                  <a:lnTo>
                    <a:pt x="867" y="2205"/>
                  </a:lnTo>
                  <a:lnTo>
                    <a:pt x="883" y="2207"/>
                  </a:lnTo>
                  <a:lnTo>
                    <a:pt x="897" y="2211"/>
                  </a:lnTo>
                  <a:lnTo>
                    <a:pt x="911" y="2216"/>
                  </a:lnTo>
                  <a:lnTo>
                    <a:pt x="924" y="2222"/>
                  </a:lnTo>
                  <a:lnTo>
                    <a:pt x="937" y="2229"/>
                  </a:lnTo>
                  <a:lnTo>
                    <a:pt x="948" y="2239"/>
                  </a:lnTo>
                  <a:lnTo>
                    <a:pt x="958" y="2248"/>
                  </a:lnTo>
                  <a:lnTo>
                    <a:pt x="969" y="2258"/>
                  </a:lnTo>
                  <a:lnTo>
                    <a:pt x="977" y="2271"/>
                  </a:lnTo>
                  <a:lnTo>
                    <a:pt x="984" y="2283"/>
                  </a:lnTo>
                  <a:lnTo>
                    <a:pt x="990" y="2296"/>
                  </a:lnTo>
                  <a:lnTo>
                    <a:pt x="995" y="2310"/>
                  </a:lnTo>
                  <a:lnTo>
                    <a:pt x="1000" y="2325"/>
                  </a:lnTo>
                  <a:lnTo>
                    <a:pt x="1002" y="2339"/>
                  </a:lnTo>
                  <a:lnTo>
                    <a:pt x="1003" y="2354"/>
                  </a:lnTo>
                  <a:lnTo>
                    <a:pt x="1003" y="3056"/>
                  </a:lnTo>
                  <a:lnTo>
                    <a:pt x="1002" y="3071"/>
                  </a:lnTo>
                  <a:lnTo>
                    <a:pt x="1000" y="3086"/>
                  </a:lnTo>
                  <a:lnTo>
                    <a:pt x="995" y="3100"/>
                  </a:lnTo>
                  <a:lnTo>
                    <a:pt x="990" y="3114"/>
                  </a:lnTo>
                  <a:lnTo>
                    <a:pt x="984" y="3127"/>
                  </a:lnTo>
                  <a:lnTo>
                    <a:pt x="977" y="3140"/>
                  </a:lnTo>
                  <a:lnTo>
                    <a:pt x="969" y="3151"/>
                  </a:lnTo>
                  <a:lnTo>
                    <a:pt x="958" y="3162"/>
                  </a:lnTo>
                  <a:lnTo>
                    <a:pt x="948" y="3172"/>
                  </a:lnTo>
                  <a:lnTo>
                    <a:pt x="937" y="3180"/>
                  </a:lnTo>
                  <a:lnTo>
                    <a:pt x="924" y="3188"/>
                  </a:lnTo>
                  <a:lnTo>
                    <a:pt x="911" y="3194"/>
                  </a:lnTo>
                  <a:lnTo>
                    <a:pt x="897" y="3200"/>
                  </a:lnTo>
                  <a:lnTo>
                    <a:pt x="883" y="3203"/>
                  </a:lnTo>
                  <a:lnTo>
                    <a:pt x="867" y="3205"/>
                  </a:lnTo>
                  <a:lnTo>
                    <a:pt x="852" y="3206"/>
                  </a:lnTo>
                  <a:lnTo>
                    <a:pt x="151" y="3206"/>
                  </a:lnTo>
                  <a:lnTo>
                    <a:pt x="136" y="3205"/>
                  </a:lnTo>
                  <a:lnTo>
                    <a:pt x="120" y="3203"/>
                  </a:lnTo>
                  <a:lnTo>
                    <a:pt x="106" y="3200"/>
                  </a:lnTo>
                  <a:lnTo>
                    <a:pt x="92" y="3194"/>
                  </a:lnTo>
                  <a:lnTo>
                    <a:pt x="79" y="3188"/>
                  </a:lnTo>
                  <a:lnTo>
                    <a:pt x="66" y="3180"/>
                  </a:lnTo>
                  <a:lnTo>
                    <a:pt x="55" y="3172"/>
                  </a:lnTo>
                  <a:lnTo>
                    <a:pt x="45" y="3162"/>
                  </a:lnTo>
                  <a:lnTo>
                    <a:pt x="34" y="3151"/>
                  </a:lnTo>
                  <a:lnTo>
                    <a:pt x="26" y="3140"/>
                  </a:lnTo>
                  <a:lnTo>
                    <a:pt x="19" y="3127"/>
                  </a:lnTo>
                  <a:lnTo>
                    <a:pt x="13" y="3114"/>
                  </a:lnTo>
                  <a:lnTo>
                    <a:pt x="7" y="3100"/>
                  </a:lnTo>
                  <a:lnTo>
                    <a:pt x="3" y="3086"/>
                  </a:lnTo>
                  <a:lnTo>
                    <a:pt x="1" y="3071"/>
                  </a:lnTo>
                  <a:lnTo>
                    <a:pt x="0" y="3056"/>
                  </a:lnTo>
                  <a:lnTo>
                    <a:pt x="0" y="2354"/>
                  </a:lnTo>
                  <a:lnTo>
                    <a:pt x="1" y="2339"/>
                  </a:lnTo>
                  <a:lnTo>
                    <a:pt x="3" y="2325"/>
                  </a:lnTo>
                  <a:lnTo>
                    <a:pt x="7" y="2310"/>
                  </a:lnTo>
                  <a:lnTo>
                    <a:pt x="13" y="2296"/>
                  </a:lnTo>
                  <a:lnTo>
                    <a:pt x="19" y="2283"/>
                  </a:lnTo>
                  <a:lnTo>
                    <a:pt x="26" y="2271"/>
                  </a:lnTo>
                  <a:lnTo>
                    <a:pt x="34" y="2258"/>
                  </a:lnTo>
                  <a:lnTo>
                    <a:pt x="45" y="2248"/>
                  </a:lnTo>
                  <a:lnTo>
                    <a:pt x="55" y="2239"/>
                  </a:lnTo>
                  <a:lnTo>
                    <a:pt x="66" y="2229"/>
                  </a:lnTo>
                  <a:lnTo>
                    <a:pt x="79" y="2222"/>
                  </a:lnTo>
                  <a:lnTo>
                    <a:pt x="92" y="2216"/>
                  </a:lnTo>
                  <a:lnTo>
                    <a:pt x="106" y="2211"/>
                  </a:lnTo>
                  <a:lnTo>
                    <a:pt x="120" y="2207"/>
                  </a:lnTo>
                  <a:lnTo>
                    <a:pt x="136" y="2205"/>
                  </a:lnTo>
                  <a:lnTo>
                    <a:pt x="150" y="2204"/>
                  </a:lnTo>
                  <a:lnTo>
                    <a:pt x="852" y="2204"/>
                  </a:lnTo>
                  <a:close/>
                  <a:moveTo>
                    <a:pt x="1955" y="3306"/>
                  </a:moveTo>
                  <a:lnTo>
                    <a:pt x="1970" y="3307"/>
                  </a:lnTo>
                  <a:lnTo>
                    <a:pt x="1985" y="3309"/>
                  </a:lnTo>
                  <a:lnTo>
                    <a:pt x="1999" y="3313"/>
                  </a:lnTo>
                  <a:lnTo>
                    <a:pt x="2014" y="3317"/>
                  </a:lnTo>
                  <a:lnTo>
                    <a:pt x="2026" y="3325"/>
                  </a:lnTo>
                  <a:lnTo>
                    <a:pt x="2038" y="3332"/>
                  </a:lnTo>
                  <a:lnTo>
                    <a:pt x="2050" y="3340"/>
                  </a:lnTo>
                  <a:lnTo>
                    <a:pt x="2061" y="3350"/>
                  </a:lnTo>
                  <a:lnTo>
                    <a:pt x="2070" y="3361"/>
                  </a:lnTo>
                  <a:lnTo>
                    <a:pt x="2080" y="3372"/>
                  </a:lnTo>
                  <a:lnTo>
                    <a:pt x="2087" y="3384"/>
                  </a:lnTo>
                  <a:lnTo>
                    <a:pt x="2093" y="3398"/>
                  </a:lnTo>
                  <a:lnTo>
                    <a:pt x="2098" y="3411"/>
                  </a:lnTo>
                  <a:lnTo>
                    <a:pt x="2101" y="3426"/>
                  </a:lnTo>
                  <a:lnTo>
                    <a:pt x="2104" y="3441"/>
                  </a:lnTo>
                  <a:lnTo>
                    <a:pt x="2104" y="3457"/>
                  </a:lnTo>
                  <a:lnTo>
                    <a:pt x="2104" y="4157"/>
                  </a:lnTo>
                  <a:lnTo>
                    <a:pt x="2104" y="4173"/>
                  </a:lnTo>
                  <a:lnTo>
                    <a:pt x="2101" y="4188"/>
                  </a:lnTo>
                  <a:lnTo>
                    <a:pt x="2098" y="4203"/>
                  </a:lnTo>
                  <a:lnTo>
                    <a:pt x="2093" y="4216"/>
                  </a:lnTo>
                  <a:lnTo>
                    <a:pt x="2087" y="4229"/>
                  </a:lnTo>
                  <a:lnTo>
                    <a:pt x="2080" y="4242"/>
                  </a:lnTo>
                  <a:lnTo>
                    <a:pt x="2070" y="4253"/>
                  </a:lnTo>
                  <a:lnTo>
                    <a:pt x="2061" y="4264"/>
                  </a:lnTo>
                  <a:lnTo>
                    <a:pt x="2050" y="4274"/>
                  </a:lnTo>
                  <a:lnTo>
                    <a:pt x="2038" y="4282"/>
                  </a:lnTo>
                  <a:lnTo>
                    <a:pt x="2026" y="4289"/>
                  </a:lnTo>
                  <a:lnTo>
                    <a:pt x="2014" y="4296"/>
                  </a:lnTo>
                  <a:lnTo>
                    <a:pt x="1999" y="4301"/>
                  </a:lnTo>
                  <a:lnTo>
                    <a:pt x="1985" y="4305"/>
                  </a:lnTo>
                  <a:lnTo>
                    <a:pt x="1970" y="4307"/>
                  </a:lnTo>
                  <a:lnTo>
                    <a:pt x="1955" y="4308"/>
                  </a:lnTo>
                  <a:lnTo>
                    <a:pt x="1253" y="4308"/>
                  </a:lnTo>
                  <a:lnTo>
                    <a:pt x="1237" y="4307"/>
                  </a:lnTo>
                  <a:lnTo>
                    <a:pt x="1223" y="4305"/>
                  </a:lnTo>
                  <a:lnTo>
                    <a:pt x="1208" y="4301"/>
                  </a:lnTo>
                  <a:lnTo>
                    <a:pt x="1195" y="4296"/>
                  </a:lnTo>
                  <a:lnTo>
                    <a:pt x="1181" y="4289"/>
                  </a:lnTo>
                  <a:lnTo>
                    <a:pt x="1169" y="4282"/>
                  </a:lnTo>
                  <a:lnTo>
                    <a:pt x="1158" y="4274"/>
                  </a:lnTo>
                  <a:lnTo>
                    <a:pt x="1146" y="4264"/>
                  </a:lnTo>
                  <a:lnTo>
                    <a:pt x="1137" y="4253"/>
                  </a:lnTo>
                  <a:lnTo>
                    <a:pt x="1129" y="4242"/>
                  </a:lnTo>
                  <a:lnTo>
                    <a:pt x="1121" y="4229"/>
                  </a:lnTo>
                  <a:lnTo>
                    <a:pt x="1114" y="4216"/>
                  </a:lnTo>
                  <a:lnTo>
                    <a:pt x="1109" y="4203"/>
                  </a:lnTo>
                  <a:lnTo>
                    <a:pt x="1106" y="4188"/>
                  </a:lnTo>
                  <a:lnTo>
                    <a:pt x="1103" y="4173"/>
                  </a:lnTo>
                  <a:lnTo>
                    <a:pt x="1103" y="4157"/>
                  </a:lnTo>
                  <a:lnTo>
                    <a:pt x="1103" y="3457"/>
                  </a:lnTo>
                  <a:lnTo>
                    <a:pt x="1103" y="3441"/>
                  </a:lnTo>
                  <a:lnTo>
                    <a:pt x="1106" y="3426"/>
                  </a:lnTo>
                  <a:lnTo>
                    <a:pt x="1109" y="3411"/>
                  </a:lnTo>
                  <a:lnTo>
                    <a:pt x="1114" y="3398"/>
                  </a:lnTo>
                  <a:lnTo>
                    <a:pt x="1121" y="3384"/>
                  </a:lnTo>
                  <a:lnTo>
                    <a:pt x="1129" y="3372"/>
                  </a:lnTo>
                  <a:lnTo>
                    <a:pt x="1137" y="3361"/>
                  </a:lnTo>
                  <a:lnTo>
                    <a:pt x="1146" y="3350"/>
                  </a:lnTo>
                  <a:lnTo>
                    <a:pt x="1158" y="3340"/>
                  </a:lnTo>
                  <a:lnTo>
                    <a:pt x="1169" y="3332"/>
                  </a:lnTo>
                  <a:lnTo>
                    <a:pt x="1181" y="3325"/>
                  </a:lnTo>
                  <a:lnTo>
                    <a:pt x="1195" y="3317"/>
                  </a:lnTo>
                  <a:lnTo>
                    <a:pt x="1208" y="3313"/>
                  </a:lnTo>
                  <a:lnTo>
                    <a:pt x="1223" y="3309"/>
                  </a:lnTo>
                  <a:lnTo>
                    <a:pt x="1237" y="3307"/>
                  </a:lnTo>
                  <a:lnTo>
                    <a:pt x="1253" y="3306"/>
                  </a:lnTo>
                  <a:lnTo>
                    <a:pt x="1955" y="3306"/>
                  </a:lnTo>
                  <a:close/>
                  <a:moveTo>
                    <a:pt x="1955" y="0"/>
                  </a:moveTo>
                  <a:lnTo>
                    <a:pt x="1970" y="1"/>
                  </a:lnTo>
                  <a:lnTo>
                    <a:pt x="1985" y="3"/>
                  </a:lnTo>
                  <a:lnTo>
                    <a:pt x="1999" y="7"/>
                  </a:lnTo>
                  <a:lnTo>
                    <a:pt x="2014" y="11"/>
                  </a:lnTo>
                  <a:lnTo>
                    <a:pt x="2026" y="19"/>
                  </a:lnTo>
                  <a:lnTo>
                    <a:pt x="2038" y="26"/>
                  </a:lnTo>
                  <a:lnTo>
                    <a:pt x="2050" y="34"/>
                  </a:lnTo>
                  <a:lnTo>
                    <a:pt x="2061" y="45"/>
                  </a:lnTo>
                  <a:lnTo>
                    <a:pt x="2070" y="55"/>
                  </a:lnTo>
                  <a:lnTo>
                    <a:pt x="2080" y="66"/>
                  </a:lnTo>
                  <a:lnTo>
                    <a:pt x="2087" y="79"/>
                  </a:lnTo>
                  <a:lnTo>
                    <a:pt x="2093" y="92"/>
                  </a:lnTo>
                  <a:lnTo>
                    <a:pt x="2098" y="106"/>
                  </a:lnTo>
                  <a:lnTo>
                    <a:pt x="2101" y="120"/>
                  </a:lnTo>
                  <a:lnTo>
                    <a:pt x="2104" y="135"/>
                  </a:lnTo>
                  <a:lnTo>
                    <a:pt x="2104" y="150"/>
                  </a:lnTo>
                  <a:lnTo>
                    <a:pt x="2104" y="851"/>
                  </a:lnTo>
                  <a:lnTo>
                    <a:pt x="2104" y="867"/>
                  </a:lnTo>
                  <a:lnTo>
                    <a:pt x="2101" y="882"/>
                  </a:lnTo>
                  <a:lnTo>
                    <a:pt x="2098" y="897"/>
                  </a:lnTo>
                  <a:lnTo>
                    <a:pt x="2093" y="910"/>
                  </a:lnTo>
                  <a:lnTo>
                    <a:pt x="2087" y="924"/>
                  </a:lnTo>
                  <a:lnTo>
                    <a:pt x="2080" y="936"/>
                  </a:lnTo>
                  <a:lnTo>
                    <a:pt x="2070" y="947"/>
                  </a:lnTo>
                  <a:lnTo>
                    <a:pt x="2061" y="958"/>
                  </a:lnTo>
                  <a:lnTo>
                    <a:pt x="2050" y="968"/>
                  </a:lnTo>
                  <a:lnTo>
                    <a:pt x="2038" y="976"/>
                  </a:lnTo>
                  <a:lnTo>
                    <a:pt x="2026" y="984"/>
                  </a:lnTo>
                  <a:lnTo>
                    <a:pt x="2014" y="990"/>
                  </a:lnTo>
                  <a:lnTo>
                    <a:pt x="1999" y="995"/>
                  </a:lnTo>
                  <a:lnTo>
                    <a:pt x="1985" y="999"/>
                  </a:lnTo>
                  <a:lnTo>
                    <a:pt x="1970" y="1001"/>
                  </a:lnTo>
                  <a:lnTo>
                    <a:pt x="1955" y="1002"/>
                  </a:lnTo>
                  <a:lnTo>
                    <a:pt x="1253" y="1002"/>
                  </a:lnTo>
                  <a:lnTo>
                    <a:pt x="1237" y="1001"/>
                  </a:lnTo>
                  <a:lnTo>
                    <a:pt x="1223" y="999"/>
                  </a:lnTo>
                  <a:lnTo>
                    <a:pt x="1208" y="995"/>
                  </a:lnTo>
                  <a:lnTo>
                    <a:pt x="1195" y="990"/>
                  </a:lnTo>
                  <a:lnTo>
                    <a:pt x="1181" y="984"/>
                  </a:lnTo>
                  <a:lnTo>
                    <a:pt x="1169" y="976"/>
                  </a:lnTo>
                  <a:lnTo>
                    <a:pt x="1158" y="968"/>
                  </a:lnTo>
                  <a:lnTo>
                    <a:pt x="1146" y="958"/>
                  </a:lnTo>
                  <a:lnTo>
                    <a:pt x="1137" y="947"/>
                  </a:lnTo>
                  <a:lnTo>
                    <a:pt x="1129" y="936"/>
                  </a:lnTo>
                  <a:lnTo>
                    <a:pt x="1121" y="924"/>
                  </a:lnTo>
                  <a:lnTo>
                    <a:pt x="1114" y="910"/>
                  </a:lnTo>
                  <a:lnTo>
                    <a:pt x="1109" y="897"/>
                  </a:lnTo>
                  <a:lnTo>
                    <a:pt x="1106" y="882"/>
                  </a:lnTo>
                  <a:lnTo>
                    <a:pt x="1103" y="867"/>
                  </a:lnTo>
                  <a:lnTo>
                    <a:pt x="1103" y="851"/>
                  </a:lnTo>
                  <a:lnTo>
                    <a:pt x="1103" y="150"/>
                  </a:lnTo>
                  <a:lnTo>
                    <a:pt x="1103" y="135"/>
                  </a:lnTo>
                  <a:lnTo>
                    <a:pt x="1106" y="120"/>
                  </a:lnTo>
                  <a:lnTo>
                    <a:pt x="1109" y="106"/>
                  </a:lnTo>
                  <a:lnTo>
                    <a:pt x="1114" y="92"/>
                  </a:lnTo>
                  <a:lnTo>
                    <a:pt x="1121" y="79"/>
                  </a:lnTo>
                  <a:lnTo>
                    <a:pt x="1129" y="66"/>
                  </a:lnTo>
                  <a:lnTo>
                    <a:pt x="1137" y="55"/>
                  </a:lnTo>
                  <a:lnTo>
                    <a:pt x="1146" y="45"/>
                  </a:lnTo>
                  <a:lnTo>
                    <a:pt x="1158" y="34"/>
                  </a:lnTo>
                  <a:lnTo>
                    <a:pt x="1169" y="26"/>
                  </a:lnTo>
                  <a:lnTo>
                    <a:pt x="1181" y="19"/>
                  </a:lnTo>
                  <a:lnTo>
                    <a:pt x="1195" y="11"/>
                  </a:lnTo>
                  <a:lnTo>
                    <a:pt x="1208" y="7"/>
                  </a:lnTo>
                  <a:lnTo>
                    <a:pt x="1223" y="3"/>
                  </a:lnTo>
                  <a:lnTo>
                    <a:pt x="1237" y="1"/>
                  </a:lnTo>
                  <a:lnTo>
                    <a:pt x="1253" y="0"/>
                  </a:lnTo>
                  <a:lnTo>
                    <a:pt x="1955" y="0"/>
                  </a:lnTo>
                  <a:close/>
                  <a:moveTo>
                    <a:pt x="1955" y="1102"/>
                  </a:moveTo>
                  <a:lnTo>
                    <a:pt x="1970" y="1102"/>
                  </a:lnTo>
                  <a:lnTo>
                    <a:pt x="1985" y="1106"/>
                  </a:lnTo>
                  <a:lnTo>
                    <a:pt x="1999" y="1109"/>
                  </a:lnTo>
                  <a:lnTo>
                    <a:pt x="2014" y="1114"/>
                  </a:lnTo>
                  <a:lnTo>
                    <a:pt x="2026" y="1120"/>
                  </a:lnTo>
                  <a:lnTo>
                    <a:pt x="2038" y="1128"/>
                  </a:lnTo>
                  <a:lnTo>
                    <a:pt x="2050" y="1136"/>
                  </a:lnTo>
                  <a:lnTo>
                    <a:pt x="2061" y="1146"/>
                  </a:lnTo>
                  <a:lnTo>
                    <a:pt x="2070" y="1157"/>
                  </a:lnTo>
                  <a:lnTo>
                    <a:pt x="2080" y="1169"/>
                  </a:lnTo>
                  <a:lnTo>
                    <a:pt x="2087" y="1181"/>
                  </a:lnTo>
                  <a:lnTo>
                    <a:pt x="2093" y="1194"/>
                  </a:lnTo>
                  <a:lnTo>
                    <a:pt x="2098" y="1208"/>
                  </a:lnTo>
                  <a:lnTo>
                    <a:pt x="2101" y="1222"/>
                  </a:lnTo>
                  <a:lnTo>
                    <a:pt x="2104" y="1237"/>
                  </a:lnTo>
                  <a:lnTo>
                    <a:pt x="2104" y="1252"/>
                  </a:lnTo>
                  <a:lnTo>
                    <a:pt x="2104" y="1954"/>
                  </a:lnTo>
                  <a:lnTo>
                    <a:pt x="2104" y="1969"/>
                  </a:lnTo>
                  <a:lnTo>
                    <a:pt x="2101" y="1984"/>
                  </a:lnTo>
                  <a:lnTo>
                    <a:pt x="2098" y="1998"/>
                  </a:lnTo>
                  <a:lnTo>
                    <a:pt x="2093" y="2013"/>
                  </a:lnTo>
                  <a:lnTo>
                    <a:pt x="2087" y="2025"/>
                  </a:lnTo>
                  <a:lnTo>
                    <a:pt x="2080" y="2037"/>
                  </a:lnTo>
                  <a:lnTo>
                    <a:pt x="2070" y="2050"/>
                  </a:lnTo>
                  <a:lnTo>
                    <a:pt x="2061" y="2060"/>
                  </a:lnTo>
                  <a:lnTo>
                    <a:pt x="2050" y="2069"/>
                  </a:lnTo>
                  <a:lnTo>
                    <a:pt x="2038" y="2079"/>
                  </a:lnTo>
                  <a:lnTo>
                    <a:pt x="2026" y="2086"/>
                  </a:lnTo>
                  <a:lnTo>
                    <a:pt x="2014" y="2092"/>
                  </a:lnTo>
                  <a:lnTo>
                    <a:pt x="1999" y="2097"/>
                  </a:lnTo>
                  <a:lnTo>
                    <a:pt x="1985" y="2101"/>
                  </a:lnTo>
                  <a:lnTo>
                    <a:pt x="1970" y="2103"/>
                  </a:lnTo>
                  <a:lnTo>
                    <a:pt x="1955" y="2104"/>
                  </a:lnTo>
                  <a:lnTo>
                    <a:pt x="1253" y="2103"/>
                  </a:lnTo>
                  <a:lnTo>
                    <a:pt x="1237" y="2103"/>
                  </a:lnTo>
                  <a:lnTo>
                    <a:pt x="1223" y="2101"/>
                  </a:lnTo>
                  <a:lnTo>
                    <a:pt x="1208" y="2097"/>
                  </a:lnTo>
                  <a:lnTo>
                    <a:pt x="1195" y="2092"/>
                  </a:lnTo>
                  <a:lnTo>
                    <a:pt x="1181" y="2086"/>
                  </a:lnTo>
                  <a:lnTo>
                    <a:pt x="1169" y="2079"/>
                  </a:lnTo>
                  <a:lnTo>
                    <a:pt x="1158" y="2069"/>
                  </a:lnTo>
                  <a:lnTo>
                    <a:pt x="1146" y="2060"/>
                  </a:lnTo>
                  <a:lnTo>
                    <a:pt x="1137" y="2050"/>
                  </a:lnTo>
                  <a:lnTo>
                    <a:pt x="1129" y="2037"/>
                  </a:lnTo>
                  <a:lnTo>
                    <a:pt x="1121" y="2025"/>
                  </a:lnTo>
                  <a:lnTo>
                    <a:pt x="1114" y="2013"/>
                  </a:lnTo>
                  <a:lnTo>
                    <a:pt x="1109" y="1998"/>
                  </a:lnTo>
                  <a:lnTo>
                    <a:pt x="1106" y="1984"/>
                  </a:lnTo>
                  <a:lnTo>
                    <a:pt x="1103" y="1969"/>
                  </a:lnTo>
                  <a:lnTo>
                    <a:pt x="1103" y="1954"/>
                  </a:lnTo>
                  <a:lnTo>
                    <a:pt x="1103" y="1252"/>
                  </a:lnTo>
                  <a:lnTo>
                    <a:pt x="1103" y="1237"/>
                  </a:lnTo>
                  <a:lnTo>
                    <a:pt x="1106" y="1222"/>
                  </a:lnTo>
                  <a:lnTo>
                    <a:pt x="1109" y="1208"/>
                  </a:lnTo>
                  <a:lnTo>
                    <a:pt x="1114" y="1194"/>
                  </a:lnTo>
                  <a:lnTo>
                    <a:pt x="1121" y="1181"/>
                  </a:lnTo>
                  <a:lnTo>
                    <a:pt x="1129" y="1169"/>
                  </a:lnTo>
                  <a:lnTo>
                    <a:pt x="1137" y="1157"/>
                  </a:lnTo>
                  <a:lnTo>
                    <a:pt x="1146" y="1146"/>
                  </a:lnTo>
                  <a:lnTo>
                    <a:pt x="1158" y="1136"/>
                  </a:lnTo>
                  <a:lnTo>
                    <a:pt x="1169" y="1128"/>
                  </a:lnTo>
                  <a:lnTo>
                    <a:pt x="1181" y="1120"/>
                  </a:lnTo>
                  <a:lnTo>
                    <a:pt x="1195" y="1114"/>
                  </a:lnTo>
                  <a:lnTo>
                    <a:pt x="1208" y="1109"/>
                  </a:lnTo>
                  <a:lnTo>
                    <a:pt x="1223" y="1106"/>
                  </a:lnTo>
                  <a:lnTo>
                    <a:pt x="1237" y="1102"/>
                  </a:lnTo>
                  <a:lnTo>
                    <a:pt x="1253" y="1102"/>
                  </a:lnTo>
                  <a:lnTo>
                    <a:pt x="1955" y="1102"/>
                  </a:lnTo>
                  <a:close/>
                  <a:moveTo>
                    <a:pt x="1955" y="2204"/>
                  </a:moveTo>
                  <a:lnTo>
                    <a:pt x="1970" y="2205"/>
                  </a:lnTo>
                  <a:lnTo>
                    <a:pt x="1985" y="2207"/>
                  </a:lnTo>
                  <a:lnTo>
                    <a:pt x="1999" y="2211"/>
                  </a:lnTo>
                  <a:lnTo>
                    <a:pt x="2014" y="2216"/>
                  </a:lnTo>
                  <a:lnTo>
                    <a:pt x="2026" y="2222"/>
                  </a:lnTo>
                  <a:lnTo>
                    <a:pt x="2038" y="2229"/>
                  </a:lnTo>
                  <a:lnTo>
                    <a:pt x="2050" y="2239"/>
                  </a:lnTo>
                  <a:lnTo>
                    <a:pt x="2061" y="2248"/>
                  </a:lnTo>
                  <a:lnTo>
                    <a:pt x="2070" y="2258"/>
                  </a:lnTo>
                  <a:lnTo>
                    <a:pt x="2080" y="2271"/>
                  </a:lnTo>
                  <a:lnTo>
                    <a:pt x="2087" y="2283"/>
                  </a:lnTo>
                  <a:lnTo>
                    <a:pt x="2093" y="2296"/>
                  </a:lnTo>
                  <a:lnTo>
                    <a:pt x="2098" y="2310"/>
                  </a:lnTo>
                  <a:lnTo>
                    <a:pt x="2101" y="2325"/>
                  </a:lnTo>
                  <a:lnTo>
                    <a:pt x="2104" y="2339"/>
                  </a:lnTo>
                  <a:lnTo>
                    <a:pt x="2104" y="2354"/>
                  </a:lnTo>
                  <a:lnTo>
                    <a:pt x="2104" y="3056"/>
                  </a:lnTo>
                  <a:lnTo>
                    <a:pt x="2104" y="3071"/>
                  </a:lnTo>
                  <a:lnTo>
                    <a:pt x="2101" y="3086"/>
                  </a:lnTo>
                  <a:lnTo>
                    <a:pt x="2098" y="3100"/>
                  </a:lnTo>
                  <a:lnTo>
                    <a:pt x="2093" y="3114"/>
                  </a:lnTo>
                  <a:lnTo>
                    <a:pt x="2087" y="3127"/>
                  </a:lnTo>
                  <a:lnTo>
                    <a:pt x="2080" y="3140"/>
                  </a:lnTo>
                  <a:lnTo>
                    <a:pt x="2070" y="3151"/>
                  </a:lnTo>
                  <a:lnTo>
                    <a:pt x="2061" y="3162"/>
                  </a:lnTo>
                  <a:lnTo>
                    <a:pt x="2050" y="3172"/>
                  </a:lnTo>
                  <a:lnTo>
                    <a:pt x="2038" y="3180"/>
                  </a:lnTo>
                  <a:lnTo>
                    <a:pt x="2026" y="3188"/>
                  </a:lnTo>
                  <a:lnTo>
                    <a:pt x="2014" y="3194"/>
                  </a:lnTo>
                  <a:lnTo>
                    <a:pt x="1999" y="3200"/>
                  </a:lnTo>
                  <a:lnTo>
                    <a:pt x="1985" y="3203"/>
                  </a:lnTo>
                  <a:lnTo>
                    <a:pt x="1970" y="3205"/>
                  </a:lnTo>
                  <a:lnTo>
                    <a:pt x="1955" y="3206"/>
                  </a:lnTo>
                  <a:lnTo>
                    <a:pt x="1253" y="3206"/>
                  </a:lnTo>
                  <a:lnTo>
                    <a:pt x="1237" y="3205"/>
                  </a:lnTo>
                  <a:lnTo>
                    <a:pt x="1223" y="3203"/>
                  </a:lnTo>
                  <a:lnTo>
                    <a:pt x="1208" y="3200"/>
                  </a:lnTo>
                  <a:lnTo>
                    <a:pt x="1195" y="3194"/>
                  </a:lnTo>
                  <a:lnTo>
                    <a:pt x="1181" y="3188"/>
                  </a:lnTo>
                  <a:lnTo>
                    <a:pt x="1169" y="3180"/>
                  </a:lnTo>
                  <a:lnTo>
                    <a:pt x="1158" y="3172"/>
                  </a:lnTo>
                  <a:lnTo>
                    <a:pt x="1146" y="3162"/>
                  </a:lnTo>
                  <a:lnTo>
                    <a:pt x="1137" y="3151"/>
                  </a:lnTo>
                  <a:lnTo>
                    <a:pt x="1129" y="3140"/>
                  </a:lnTo>
                  <a:lnTo>
                    <a:pt x="1121" y="3127"/>
                  </a:lnTo>
                  <a:lnTo>
                    <a:pt x="1114" y="3114"/>
                  </a:lnTo>
                  <a:lnTo>
                    <a:pt x="1109" y="3100"/>
                  </a:lnTo>
                  <a:lnTo>
                    <a:pt x="1106" y="3086"/>
                  </a:lnTo>
                  <a:lnTo>
                    <a:pt x="1103" y="3071"/>
                  </a:lnTo>
                  <a:lnTo>
                    <a:pt x="1103" y="3056"/>
                  </a:lnTo>
                  <a:lnTo>
                    <a:pt x="1103" y="2354"/>
                  </a:lnTo>
                  <a:lnTo>
                    <a:pt x="1103" y="2339"/>
                  </a:lnTo>
                  <a:lnTo>
                    <a:pt x="1106" y="2325"/>
                  </a:lnTo>
                  <a:lnTo>
                    <a:pt x="1109" y="2310"/>
                  </a:lnTo>
                  <a:lnTo>
                    <a:pt x="1114" y="2296"/>
                  </a:lnTo>
                  <a:lnTo>
                    <a:pt x="1121" y="2283"/>
                  </a:lnTo>
                  <a:lnTo>
                    <a:pt x="1129" y="2271"/>
                  </a:lnTo>
                  <a:lnTo>
                    <a:pt x="1137" y="2258"/>
                  </a:lnTo>
                  <a:lnTo>
                    <a:pt x="1146" y="2248"/>
                  </a:lnTo>
                  <a:lnTo>
                    <a:pt x="1158" y="2239"/>
                  </a:lnTo>
                  <a:lnTo>
                    <a:pt x="1169" y="2229"/>
                  </a:lnTo>
                  <a:lnTo>
                    <a:pt x="1181" y="2222"/>
                  </a:lnTo>
                  <a:lnTo>
                    <a:pt x="1195" y="2216"/>
                  </a:lnTo>
                  <a:lnTo>
                    <a:pt x="1208" y="2211"/>
                  </a:lnTo>
                  <a:lnTo>
                    <a:pt x="1223" y="2207"/>
                  </a:lnTo>
                  <a:lnTo>
                    <a:pt x="1237" y="2205"/>
                  </a:lnTo>
                  <a:lnTo>
                    <a:pt x="1253" y="2204"/>
                  </a:lnTo>
                  <a:lnTo>
                    <a:pt x="1955" y="2204"/>
                  </a:lnTo>
                  <a:close/>
                  <a:moveTo>
                    <a:pt x="3057" y="0"/>
                  </a:moveTo>
                  <a:lnTo>
                    <a:pt x="3072" y="1"/>
                  </a:lnTo>
                  <a:lnTo>
                    <a:pt x="3087" y="3"/>
                  </a:lnTo>
                  <a:lnTo>
                    <a:pt x="3102" y="7"/>
                  </a:lnTo>
                  <a:lnTo>
                    <a:pt x="3115" y="11"/>
                  </a:lnTo>
                  <a:lnTo>
                    <a:pt x="3129" y="19"/>
                  </a:lnTo>
                  <a:lnTo>
                    <a:pt x="3141" y="26"/>
                  </a:lnTo>
                  <a:lnTo>
                    <a:pt x="3152" y="34"/>
                  </a:lnTo>
                  <a:lnTo>
                    <a:pt x="3163" y="45"/>
                  </a:lnTo>
                  <a:lnTo>
                    <a:pt x="3173" y="55"/>
                  </a:lnTo>
                  <a:lnTo>
                    <a:pt x="3181" y="66"/>
                  </a:lnTo>
                  <a:lnTo>
                    <a:pt x="3189" y="79"/>
                  </a:lnTo>
                  <a:lnTo>
                    <a:pt x="3196" y="92"/>
                  </a:lnTo>
                  <a:lnTo>
                    <a:pt x="3200" y="106"/>
                  </a:lnTo>
                  <a:lnTo>
                    <a:pt x="3204" y="120"/>
                  </a:lnTo>
                  <a:lnTo>
                    <a:pt x="3206" y="135"/>
                  </a:lnTo>
                  <a:lnTo>
                    <a:pt x="3207" y="150"/>
                  </a:lnTo>
                  <a:lnTo>
                    <a:pt x="3207" y="851"/>
                  </a:lnTo>
                  <a:lnTo>
                    <a:pt x="3206" y="867"/>
                  </a:lnTo>
                  <a:lnTo>
                    <a:pt x="3204" y="882"/>
                  </a:lnTo>
                  <a:lnTo>
                    <a:pt x="3200" y="897"/>
                  </a:lnTo>
                  <a:lnTo>
                    <a:pt x="3196" y="910"/>
                  </a:lnTo>
                  <a:lnTo>
                    <a:pt x="3189" y="924"/>
                  </a:lnTo>
                  <a:lnTo>
                    <a:pt x="3181" y="936"/>
                  </a:lnTo>
                  <a:lnTo>
                    <a:pt x="3173" y="947"/>
                  </a:lnTo>
                  <a:lnTo>
                    <a:pt x="3163" y="958"/>
                  </a:lnTo>
                  <a:lnTo>
                    <a:pt x="3152" y="968"/>
                  </a:lnTo>
                  <a:lnTo>
                    <a:pt x="3141" y="976"/>
                  </a:lnTo>
                  <a:lnTo>
                    <a:pt x="3129" y="984"/>
                  </a:lnTo>
                  <a:lnTo>
                    <a:pt x="3115" y="990"/>
                  </a:lnTo>
                  <a:lnTo>
                    <a:pt x="3102" y="995"/>
                  </a:lnTo>
                  <a:lnTo>
                    <a:pt x="3087" y="999"/>
                  </a:lnTo>
                  <a:lnTo>
                    <a:pt x="3072" y="1001"/>
                  </a:lnTo>
                  <a:lnTo>
                    <a:pt x="3057" y="1002"/>
                  </a:lnTo>
                  <a:lnTo>
                    <a:pt x="2356" y="1002"/>
                  </a:lnTo>
                  <a:lnTo>
                    <a:pt x="2340" y="1001"/>
                  </a:lnTo>
                  <a:lnTo>
                    <a:pt x="2325" y="999"/>
                  </a:lnTo>
                  <a:lnTo>
                    <a:pt x="2310" y="995"/>
                  </a:lnTo>
                  <a:lnTo>
                    <a:pt x="2297" y="990"/>
                  </a:lnTo>
                  <a:lnTo>
                    <a:pt x="2283" y="984"/>
                  </a:lnTo>
                  <a:lnTo>
                    <a:pt x="2271" y="976"/>
                  </a:lnTo>
                  <a:lnTo>
                    <a:pt x="2260" y="968"/>
                  </a:lnTo>
                  <a:lnTo>
                    <a:pt x="2249" y="958"/>
                  </a:lnTo>
                  <a:lnTo>
                    <a:pt x="2240" y="947"/>
                  </a:lnTo>
                  <a:lnTo>
                    <a:pt x="2231" y="936"/>
                  </a:lnTo>
                  <a:lnTo>
                    <a:pt x="2223" y="924"/>
                  </a:lnTo>
                  <a:lnTo>
                    <a:pt x="2217" y="910"/>
                  </a:lnTo>
                  <a:lnTo>
                    <a:pt x="2212" y="897"/>
                  </a:lnTo>
                  <a:lnTo>
                    <a:pt x="2208" y="882"/>
                  </a:lnTo>
                  <a:lnTo>
                    <a:pt x="2206" y="867"/>
                  </a:lnTo>
                  <a:lnTo>
                    <a:pt x="2205" y="851"/>
                  </a:lnTo>
                  <a:lnTo>
                    <a:pt x="2205" y="150"/>
                  </a:lnTo>
                  <a:lnTo>
                    <a:pt x="2206" y="135"/>
                  </a:lnTo>
                  <a:lnTo>
                    <a:pt x="2208" y="120"/>
                  </a:lnTo>
                  <a:lnTo>
                    <a:pt x="2212" y="106"/>
                  </a:lnTo>
                  <a:lnTo>
                    <a:pt x="2217" y="92"/>
                  </a:lnTo>
                  <a:lnTo>
                    <a:pt x="2223" y="79"/>
                  </a:lnTo>
                  <a:lnTo>
                    <a:pt x="2231" y="66"/>
                  </a:lnTo>
                  <a:lnTo>
                    <a:pt x="2240" y="55"/>
                  </a:lnTo>
                  <a:lnTo>
                    <a:pt x="2249" y="45"/>
                  </a:lnTo>
                  <a:lnTo>
                    <a:pt x="2260" y="34"/>
                  </a:lnTo>
                  <a:lnTo>
                    <a:pt x="2271" y="26"/>
                  </a:lnTo>
                  <a:lnTo>
                    <a:pt x="2283" y="19"/>
                  </a:lnTo>
                  <a:lnTo>
                    <a:pt x="2297" y="11"/>
                  </a:lnTo>
                  <a:lnTo>
                    <a:pt x="2310" y="7"/>
                  </a:lnTo>
                  <a:lnTo>
                    <a:pt x="2325" y="3"/>
                  </a:lnTo>
                  <a:lnTo>
                    <a:pt x="2340" y="1"/>
                  </a:lnTo>
                  <a:lnTo>
                    <a:pt x="2356" y="0"/>
                  </a:lnTo>
                  <a:lnTo>
                    <a:pt x="305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27"/>
            <p:cNvSpPr/>
            <p:nvPr/>
          </p:nvSpPr>
          <p:spPr>
            <a:xfrm>
              <a:off x="68" y="3004"/>
              <a:ext cx="46" cy="46"/>
            </a:xfrm>
            <a:custGeom>
              <a:avLst/>
              <a:gdLst/>
              <a:ahLst/>
              <a:cxnLst/>
              <a:rect l="l" t="t" r="r" b="b"/>
              <a:pathLst>
                <a:path w="1063" h="1062" extrusionOk="0">
                  <a:moveTo>
                    <a:pt x="1063" y="531"/>
                  </a:moveTo>
                  <a:lnTo>
                    <a:pt x="1063" y="558"/>
                  </a:lnTo>
                  <a:lnTo>
                    <a:pt x="1060" y="586"/>
                  </a:lnTo>
                  <a:lnTo>
                    <a:pt x="1056" y="612"/>
                  </a:lnTo>
                  <a:lnTo>
                    <a:pt x="1052" y="638"/>
                  </a:lnTo>
                  <a:lnTo>
                    <a:pt x="1046" y="664"/>
                  </a:lnTo>
                  <a:lnTo>
                    <a:pt x="1039" y="689"/>
                  </a:lnTo>
                  <a:lnTo>
                    <a:pt x="1030" y="714"/>
                  </a:lnTo>
                  <a:lnTo>
                    <a:pt x="1021" y="738"/>
                  </a:lnTo>
                  <a:lnTo>
                    <a:pt x="1010" y="761"/>
                  </a:lnTo>
                  <a:lnTo>
                    <a:pt x="998" y="784"/>
                  </a:lnTo>
                  <a:lnTo>
                    <a:pt x="986" y="807"/>
                  </a:lnTo>
                  <a:lnTo>
                    <a:pt x="972" y="829"/>
                  </a:lnTo>
                  <a:lnTo>
                    <a:pt x="957" y="849"/>
                  </a:lnTo>
                  <a:lnTo>
                    <a:pt x="942" y="869"/>
                  </a:lnTo>
                  <a:lnTo>
                    <a:pt x="925" y="888"/>
                  </a:lnTo>
                  <a:lnTo>
                    <a:pt x="907" y="907"/>
                  </a:lnTo>
                  <a:lnTo>
                    <a:pt x="889" y="925"/>
                  </a:lnTo>
                  <a:lnTo>
                    <a:pt x="869" y="941"/>
                  </a:lnTo>
                  <a:lnTo>
                    <a:pt x="850" y="957"/>
                  </a:lnTo>
                  <a:lnTo>
                    <a:pt x="828" y="971"/>
                  </a:lnTo>
                  <a:lnTo>
                    <a:pt x="807" y="986"/>
                  </a:lnTo>
                  <a:lnTo>
                    <a:pt x="784" y="998"/>
                  </a:lnTo>
                  <a:lnTo>
                    <a:pt x="762" y="1010"/>
                  </a:lnTo>
                  <a:lnTo>
                    <a:pt x="738" y="1021"/>
                  </a:lnTo>
                  <a:lnTo>
                    <a:pt x="714" y="1030"/>
                  </a:lnTo>
                  <a:lnTo>
                    <a:pt x="689" y="1038"/>
                  </a:lnTo>
                  <a:lnTo>
                    <a:pt x="664" y="1045"/>
                  </a:lnTo>
                  <a:lnTo>
                    <a:pt x="639" y="1052"/>
                  </a:lnTo>
                  <a:lnTo>
                    <a:pt x="612" y="1056"/>
                  </a:lnTo>
                  <a:lnTo>
                    <a:pt x="586" y="1060"/>
                  </a:lnTo>
                  <a:lnTo>
                    <a:pt x="558" y="1062"/>
                  </a:lnTo>
                  <a:lnTo>
                    <a:pt x="531" y="1062"/>
                  </a:lnTo>
                  <a:lnTo>
                    <a:pt x="504" y="1062"/>
                  </a:lnTo>
                  <a:lnTo>
                    <a:pt x="476" y="1060"/>
                  </a:lnTo>
                  <a:lnTo>
                    <a:pt x="451" y="1056"/>
                  </a:lnTo>
                  <a:lnTo>
                    <a:pt x="424" y="1052"/>
                  </a:lnTo>
                  <a:lnTo>
                    <a:pt x="399" y="1045"/>
                  </a:lnTo>
                  <a:lnTo>
                    <a:pt x="373" y="1038"/>
                  </a:lnTo>
                  <a:lnTo>
                    <a:pt x="348" y="1030"/>
                  </a:lnTo>
                  <a:lnTo>
                    <a:pt x="325" y="1021"/>
                  </a:lnTo>
                  <a:lnTo>
                    <a:pt x="301" y="1010"/>
                  </a:lnTo>
                  <a:lnTo>
                    <a:pt x="278" y="998"/>
                  </a:lnTo>
                  <a:lnTo>
                    <a:pt x="255" y="986"/>
                  </a:lnTo>
                  <a:lnTo>
                    <a:pt x="235" y="971"/>
                  </a:lnTo>
                  <a:lnTo>
                    <a:pt x="213" y="957"/>
                  </a:lnTo>
                  <a:lnTo>
                    <a:pt x="193" y="941"/>
                  </a:lnTo>
                  <a:lnTo>
                    <a:pt x="174" y="925"/>
                  </a:lnTo>
                  <a:lnTo>
                    <a:pt x="156" y="907"/>
                  </a:lnTo>
                  <a:lnTo>
                    <a:pt x="138" y="888"/>
                  </a:lnTo>
                  <a:lnTo>
                    <a:pt x="121" y="869"/>
                  </a:lnTo>
                  <a:lnTo>
                    <a:pt x="105" y="849"/>
                  </a:lnTo>
                  <a:lnTo>
                    <a:pt x="91" y="829"/>
                  </a:lnTo>
                  <a:lnTo>
                    <a:pt x="76" y="807"/>
                  </a:lnTo>
                  <a:lnTo>
                    <a:pt x="64" y="784"/>
                  </a:lnTo>
                  <a:lnTo>
                    <a:pt x="53" y="761"/>
                  </a:lnTo>
                  <a:lnTo>
                    <a:pt x="41" y="738"/>
                  </a:lnTo>
                  <a:lnTo>
                    <a:pt x="32" y="714"/>
                  </a:lnTo>
                  <a:lnTo>
                    <a:pt x="24" y="689"/>
                  </a:lnTo>
                  <a:lnTo>
                    <a:pt x="17" y="664"/>
                  </a:lnTo>
                  <a:lnTo>
                    <a:pt x="10" y="638"/>
                  </a:lnTo>
                  <a:lnTo>
                    <a:pt x="6" y="612"/>
                  </a:lnTo>
                  <a:lnTo>
                    <a:pt x="3" y="586"/>
                  </a:lnTo>
                  <a:lnTo>
                    <a:pt x="1" y="558"/>
                  </a:lnTo>
                  <a:lnTo>
                    <a:pt x="0" y="531"/>
                  </a:lnTo>
                  <a:lnTo>
                    <a:pt x="1" y="504"/>
                  </a:lnTo>
                  <a:lnTo>
                    <a:pt x="3" y="476"/>
                  </a:lnTo>
                  <a:lnTo>
                    <a:pt x="6" y="450"/>
                  </a:lnTo>
                  <a:lnTo>
                    <a:pt x="10" y="424"/>
                  </a:lnTo>
                  <a:lnTo>
                    <a:pt x="17" y="399"/>
                  </a:lnTo>
                  <a:lnTo>
                    <a:pt x="24" y="373"/>
                  </a:lnTo>
                  <a:lnTo>
                    <a:pt x="32" y="348"/>
                  </a:lnTo>
                  <a:lnTo>
                    <a:pt x="41" y="324"/>
                  </a:lnTo>
                  <a:lnTo>
                    <a:pt x="53" y="301"/>
                  </a:lnTo>
                  <a:lnTo>
                    <a:pt x="64" y="278"/>
                  </a:lnTo>
                  <a:lnTo>
                    <a:pt x="76" y="255"/>
                  </a:lnTo>
                  <a:lnTo>
                    <a:pt x="91" y="235"/>
                  </a:lnTo>
                  <a:lnTo>
                    <a:pt x="105" y="213"/>
                  </a:lnTo>
                  <a:lnTo>
                    <a:pt x="121" y="193"/>
                  </a:lnTo>
                  <a:lnTo>
                    <a:pt x="138" y="174"/>
                  </a:lnTo>
                  <a:lnTo>
                    <a:pt x="156" y="156"/>
                  </a:lnTo>
                  <a:lnTo>
                    <a:pt x="174" y="138"/>
                  </a:lnTo>
                  <a:lnTo>
                    <a:pt x="193" y="121"/>
                  </a:lnTo>
                  <a:lnTo>
                    <a:pt x="213" y="105"/>
                  </a:lnTo>
                  <a:lnTo>
                    <a:pt x="235" y="91"/>
                  </a:lnTo>
                  <a:lnTo>
                    <a:pt x="255" y="76"/>
                  </a:lnTo>
                  <a:lnTo>
                    <a:pt x="278" y="64"/>
                  </a:lnTo>
                  <a:lnTo>
                    <a:pt x="301" y="53"/>
                  </a:lnTo>
                  <a:lnTo>
                    <a:pt x="325" y="41"/>
                  </a:lnTo>
                  <a:lnTo>
                    <a:pt x="348" y="32"/>
                  </a:lnTo>
                  <a:lnTo>
                    <a:pt x="373" y="24"/>
                  </a:lnTo>
                  <a:lnTo>
                    <a:pt x="399" y="17"/>
                  </a:lnTo>
                  <a:lnTo>
                    <a:pt x="424" y="10"/>
                  </a:lnTo>
                  <a:lnTo>
                    <a:pt x="451" y="6"/>
                  </a:lnTo>
                  <a:lnTo>
                    <a:pt x="476" y="3"/>
                  </a:lnTo>
                  <a:lnTo>
                    <a:pt x="504" y="1"/>
                  </a:lnTo>
                  <a:lnTo>
                    <a:pt x="531" y="0"/>
                  </a:lnTo>
                  <a:lnTo>
                    <a:pt x="558" y="1"/>
                  </a:lnTo>
                  <a:lnTo>
                    <a:pt x="586" y="3"/>
                  </a:lnTo>
                  <a:lnTo>
                    <a:pt x="612" y="6"/>
                  </a:lnTo>
                  <a:lnTo>
                    <a:pt x="639" y="10"/>
                  </a:lnTo>
                  <a:lnTo>
                    <a:pt x="664" y="17"/>
                  </a:lnTo>
                  <a:lnTo>
                    <a:pt x="689" y="24"/>
                  </a:lnTo>
                  <a:lnTo>
                    <a:pt x="714" y="32"/>
                  </a:lnTo>
                  <a:lnTo>
                    <a:pt x="738" y="41"/>
                  </a:lnTo>
                  <a:lnTo>
                    <a:pt x="762" y="53"/>
                  </a:lnTo>
                  <a:lnTo>
                    <a:pt x="784" y="64"/>
                  </a:lnTo>
                  <a:lnTo>
                    <a:pt x="807" y="76"/>
                  </a:lnTo>
                  <a:lnTo>
                    <a:pt x="828" y="91"/>
                  </a:lnTo>
                  <a:lnTo>
                    <a:pt x="850" y="105"/>
                  </a:lnTo>
                  <a:lnTo>
                    <a:pt x="869" y="121"/>
                  </a:lnTo>
                  <a:lnTo>
                    <a:pt x="889" y="138"/>
                  </a:lnTo>
                  <a:lnTo>
                    <a:pt x="907" y="156"/>
                  </a:lnTo>
                  <a:lnTo>
                    <a:pt x="925" y="174"/>
                  </a:lnTo>
                  <a:lnTo>
                    <a:pt x="942" y="193"/>
                  </a:lnTo>
                  <a:lnTo>
                    <a:pt x="957" y="213"/>
                  </a:lnTo>
                  <a:lnTo>
                    <a:pt x="972" y="235"/>
                  </a:lnTo>
                  <a:lnTo>
                    <a:pt x="986" y="255"/>
                  </a:lnTo>
                  <a:lnTo>
                    <a:pt x="998" y="278"/>
                  </a:lnTo>
                  <a:lnTo>
                    <a:pt x="1010" y="301"/>
                  </a:lnTo>
                  <a:lnTo>
                    <a:pt x="1021" y="324"/>
                  </a:lnTo>
                  <a:lnTo>
                    <a:pt x="1030" y="348"/>
                  </a:lnTo>
                  <a:lnTo>
                    <a:pt x="1039" y="373"/>
                  </a:lnTo>
                  <a:lnTo>
                    <a:pt x="1046" y="399"/>
                  </a:lnTo>
                  <a:lnTo>
                    <a:pt x="1052" y="424"/>
                  </a:lnTo>
                  <a:lnTo>
                    <a:pt x="1056" y="450"/>
                  </a:lnTo>
                  <a:lnTo>
                    <a:pt x="1060" y="476"/>
                  </a:lnTo>
                  <a:lnTo>
                    <a:pt x="1063" y="504"/>
                  </a:lnTo>
                  <a:lnTo>
                    <a:pt x="1063" y="5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údo com Legenda" type="objTx">
  <p:cSld name="OBJECT_WITH_CAPTION_TEX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8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61" name="Google Shape;161;p28"/>
          <p:cNvSpPr txBox="1">
            <a:spLocks noGrp="1"/>
          </p:cNvSpPr>
          <p:nvPr>
            <p:ph type="body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62" name="Google Shape;162;p2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28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8"/>
          <p:cNvSpPr txBox="1">
            <a:spLocks noGrp="1"/>
          </p:cNvSpPr>
          <p:nvPr>
            <p:ph type="sldNum" idx="12"/>
          </p:nvPr>
        </p:nvSpPr>
        <p:spPr>
          <a:xfrm>
            <a:off x="6948264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m com Legenda" type="picTx">
  <p:cSld name="PICTURE_WITH_CAPTION_TEXT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9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29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69" name="Google Shape;169;p29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9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29"/>
          <p:cNvSpPr txBox="1">
            <a:spLocks noGrp="1"/>
          </p:cNvSpPr>
          <p:nvPr>
            <p:ph type="sldNum" idx="12"/>
          </p:nvPr>
        </p:nvSpPr>
        <p:spPr>
          <a:xfrm>
            <a:off x="6948264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e texto vertical" type="vertTx">
  <p:cSld name="VERTICAL_TEX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30"/>
          <p:cNvSpPr txBox="1">
            <a:spLocks noGrp="1"/>
          </p:cNvSpPr>
          <p:nvPr>
            <p:ph type="body" idx="1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5" name="Google Shape;175;p30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30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30"/>
          <p:cNvSpPr txBox="1">
            <a:spLocks noGrp="1"/>
          </p:cNvSpPr>
          <p:nvPr>
            <p:ph type="sldNum" idx="12"/>
          </p:nvPr>
        </p:nvSpPr>
        <p:spPr>
          <a:xfrm>
            <a:off x="6948264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e texto verticais" type="vertTitleAndTx">
  <p:cSld name="VERTICAL_TITLE_AND_VERTICAL_TEXT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>
            <a:spLocks noGrp="1"/>
          </p:cNvSpPr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31"/>
          <p:cNvSpPr txBox="1">
            <a:spLocks noGrp="1"/>
          </p:cNvSpPr>
          <p:nvPr>
            <p:ph type="body" idx="1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1" name="Google Shape;181;p3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31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31"/>
          <p:cNvSpPr txBox="1">
            <a:spLocks noGrp="1"/>
          </p:cNvSpPr>
          <p:nvPr>
            <p:ph type="sldNum" idx="12"/>
          </p:nvPr>
        </p:nvSpPr>
        <p:spPr>
          <a:xfrm>
            <a:off x="6948264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sldNum" idx="12"/>
          </p:nvPr>
        </p:nvSpPr>
        <p:spPr>
          <a:xfrm>
            <a:off x="6948264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mbria Math"/>
                <a:ea typeface="Cambria Math"/>
                <a:cs typeface="Cambria Math"/>
                <a:sym typeface="Cambria Mat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pic>
        <p:nvPicPr>
          <p:cNvPr id="15" name="Google Shape;15;p19"/>
          <p:cNvPicPr preferRelativeResize="0"/>
          <p:nvPr/>
        </p:nvPicPr>
        <p:blipFill rotWithShape="1">
          <a:blip r:embed="rId14">
            <a:alphaModFix amt="20000"/>
          </a:blip>
          <a:srcRect/>
          <a:stretch/>
        </p:blipFill>
        <p:spPr>
          <a:xfrm>
            <a:off x="2987155" y="195486"/>
            <a:ext cx="6065290" cy="4536504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"/>
          <p:cNvSpPr>
            <a:spLocks noGrp="1"/>
          </p:cNvSpPr>
          <p:nvPr>
            <p:ph type="ctrTitle"/>
          </p:nvPr>
        </p:nvSpPr>
        <p:spPr>
          <a:xfrm>
            <a:off x="2772360" y="3075806"/>
            <a:ext cx="5402836" cy="821849"/>
          </a:xfrm>
          <a:prstGeom prst="roundRect">
            <a:avLst>
              <a:gd name="adj" fmla="val 16667"/>
            </a:avLst>
          </a:prstGeom>
          <a:solidFill>
            <a:srgbClr val="34602A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Polo de Inovação Manaus</a:t>
            </a:r>
            <a:endParaRPr sz="2800" i="0"/>
          </a:p>
        </p:txBody>
      </p:sp>
      <p:sp>
        <p:nvSpPr>
          <p:cNvPr id="189" name="Google Shape;189;p1"/>
          <p:cNvSpPr>
            <a:spLocks noGrp="1"/>
          </p:cNvSpPr>
          <p:nvPr>
            <p:ph type="subTitle" idx="1"/>
          </p:nvPr>
        </p:nvSpPr>
        <p:spPr>
          <a:xfrm>
            <a:off x="3203848" y="4011910"/>
            <a:ext cx="5256584" cy="432048"/>
          </a:xfrm>
          <a:prstGeom prst="roundRect">
            <a:avLst>
              <a:gd name="adj" fmla="val 16667"/>
            </a:avLst>
          </a:prstGeom>
          <a:solidFill>
            <a:srgbClr val="43B95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 i="0" dirty="0">
                <a:solidFill>
                  <a:schemeClr val="dk1"/>
                </a:solidFill>
              </a:rPr>
              <a:t>Conv. 002/2026 – Bio Caroço</a:t>
            </a:r>
            <a:endParaRPr sz="2400" i="0" dirty="0">
              <a:solidFill>
                <a:schemeClr val="dk1"/>
              </a:solidFill>
            </a:endParaRPr>
          </a:p>
        </p:txBody>
      </p:sp>
      <p:sp>
        <p:nvSpPr>
          <p:cNvPr id="190" name="Google Shape;190;p1"/>
          <p:cNvSpPr/>
          <p:nvPr/>
        </p:nvSpPr>
        <p:spPr>
          <a:xfrm>
            <a:off x="3202672" y="4515966"/>
            <a:ext cx="5256584" cy="432048"/>
          </a:xfrm>
          <a:prstGeom prst="roundRect">
            <a:avLst>
              <a:gd name="adj" fmla="val 16667"/>
            </a:avLst>
          </a:prstGeom>
          <a:solidFill>
            <a:srgbClr val="43B9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Prazo de Execução: Jun/2026 a Fev/2027 (9 meses)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"/>
          <p:cNvSpPr txBox="1"/>
          <p:nvPr/>
        </p:nvSpPr>
        <p:spPr>
          <a:xfrm>
            <a:off x="179499" y="4443950"/>
            <a:ext cx="15909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SETEMBRO / 2026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"/>
          <p:cNvSpPr/>
          <p:nvPr/>
        </p:nvSpPr>
        <p:spPr>
          <a:xfrm>
            <a:off x="400028" y="304788"/>
            <a:ext cx="3973316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GESTÃO FINANCEIRA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"/>
          <p:cNvSpPr/>
          <p:nvPr/>
        </p:nvSpPr>
        <p:spPr>
          <a:xfrm>
            <a:off x="400028" y="471470"/>
            <a:ext cx="3973316" cy="261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Dashboard de Saúde do Projeto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"/>
          <p:cNvSpPr/>
          <p:nvPr/>
        </p:nvSpPr>
        <p:spPr>
          <a:xfrm>
            <a:off x="7333480" y="454572"/>
            <a:ext cx="1410482" cy="259777"/>
          </a:xfrm>
          <a:prstGeom prst="roundRect">
            <a:avLst>
              <a:gd name="adj" fmla="val 14666"/>
            </a:avLst>
          </a:prstGeom>
          <a:solidFill>
            <a:srgbClr val="F1F8E9"/>
          </a:solidFill>
          <a:ln w="132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"/>
          <p:cNvSpPr/>
          <p:nvPr/>
        </p:nvSpPr>
        <p:spPr>
          <a:xfrm>
            <a:off x="7398129" y="446293"/>
            <a:ext cx="1269633" cy="259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Arial"/>
              <a:buNone/>
            </a:pPr>
            <a:r>
              <a:rPr lang="en-US" sz="900" b="1" i="0" u="none" strike="noStrike" cap="none" dirty="0" err="1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Período: Setembro / 2026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"/>
          <p:cNvSpPr/>
          <p:nvPr/>
        </p:nvSpPr>
        <p:spPr>
          <a:xfrm>
            <a:off x="400027" y="857208"/>
            <a:ext cx="1600213" cy="764837"/>
          </a:xfrm>
          <a:prstGeom prst="roundRect">
            <a:avLst>
              <a:gd name="adj" fmla="val 7472"/>
            </a:avLst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"/>
          <p:cNvSpPr/>
          <p:nvPr/>
        </p:nvSpPr>
        <p:spPr>
          <a:xfrm>
            <a:off x="504801" y="971491"/>
            <a:ext cx="1529731" cy="128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6DB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9FB6DB"/>
                </a:solidFill>
                <a:latin typeface="Arial"/>
                <a:ea typeface="Arial"/>
                <a:cs typeface="Arial"/>
                <a:sym typeface="Arial"/>
              </a:rPr>
              <a:t>SALDO DISPONÍVEL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"/>
          <p:cNvSpPr/>
          <p:nvPr/>
        </p:nvSpPr>
        <p:spPr>
          <a:xfrm>
            <a:off x="504801" y="1147295"/>
            <a:ext cx="1529731" cy="200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R$ 137.823,81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"/>
          <p:cNvSpPr/>
          <p:nvPr/>
        </p:nvSpPr>
        <p:spPr>
          <a:xfrm>
            <a:off x="504801" y="1385393"/>
            <a:ext cx="1171599" cy="187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6DB"/>
              </a:buClr>
              <a:buSzPts val="800"/>
              <a:buFont typeface="Arial"/>
              <a:buNone/>
            </a:pPr>
            <a:r>
              <a:rPr lang="en-US" sz="800" b="0" i="0" u="none" strike="noStrike" cap="none" dirty="0">
                <a:solidFill>
                  <a:srgbClr val="9FB6DB"/>
                </a:solidFill>
                <a:latin typeface="Arial"/>
                <a:ea typeface="Arial"/>
                <a:cs typeface="Arial"/>
                <a:sym typeface="Arial"/>
              </a:rPr>
              <a:t>Fechamento em 30/09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"/>
          <p:cNvSpPr/>
          <p:nvPr/>
        </p:nvSpPr>
        <p:spPr>
          <a:xfrm>
            <a:off x="2085945" y="857208"/>
            <a:ext cx="1600212" cy="764837"/>
          </a:xfrm>
          <a:prstGeom prst="roundRect">
            <a:avLst>
              <a:gd name="adj" fmla="val 7472"/>
            </a:avLst>
          </a:prstGeom>
          <a:solidFill>
            <a:srgbClr val="F7F9FC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"/>
          <p:cNvSpPr/>
          <p:nvPr/>
        </p:nvSpPr>
        <p:spPr>
          <a:xfrm>
            <a:off x="2197334" y="978106"/>
            <a:ext cx="1515179" cy="128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RECEITAS RECEBIDAS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"/>
          <p:cNvSpPr/>
          <p:nvPr/>
        </p:nvSpPr>
        <p:spPr>
          <a:xfrm>
            <a:off x="2197334" y="1153909"/>
            <a:ext cx="1515179" cy="200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R$ 280.500,00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"/>
          <p:cNvSpPr/>
          <p:nvPr/>
        </p:nvSpPr>
        <p:spPr>
          <a:xfrm>
            <a:off x="2197334" y="1392008"/>
            <a:ext cx="1515179" cy="128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Receitas acumuladas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"/>
          <p:cNvSpPr/>
          <p:nvPr/>
        </p:nvSpPr>
        <p:spPr>
          <a:xfrm>
            <a:off x="3771863" y="857208"/>
            <a:ext cx="1600238" cy="764837"/>
          </a:xfrm>
          <a:prstGeom prst="roundRect">
            <a:avLst>
              <a:gd name="adj" fmla="val 7472"/>
            </a:avLst>
          </a:prstGeom>
          <a:solidFill>
            <a:srgbClr val="F7F9FC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"/>
          <p:cNvSpPr/>
          <p:nvPr/>
        </p:nvSpPr>
        <p:spPr>
          <a:xfrm>
            <a:off x="3883251" y="978106"/>
            <a:ext cx="1515207" cy="128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1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TOTAL EXECUTADO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"/>
          <p:cNvSpPr/>
          <p:nvPr/>
        </p:nvSpPr>
        <p:spPr>
          <a:xfrm>
            <a:off x="3883251" y="1153909"/>
            <a:ext cx="1515207" cy="200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R$ 147.398,33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"/>
          <p:cNvSpPr/>
          <p:nvPr/>
        </p:nvSpPr>
        <p:spPr>
          <a:xfrm>
            <a:off x="3883251" y="1392008"/>
            <a:ext cx="1515207" cy="128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Execução acumulada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"/>
          <p:cNvSpPr/>
          <p:nvPr/>
        </p:nvSpPr>
        <p:spPr>
          <a:xfrm>
            <a:off x="5457807" y="857208"/>
            <a:ext cx="1600213" cy="764837"/>
          </a:xfrm>
          <a:prstGeom prst="roundRect">
            <a:avLst>
              <a:gd name="adj" fmla="val 7472"/>
            </a:avLst>
          </a:prstGeom>
          <a:solidFill>
            <a:srgbClr val="F7F9FC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"/>
          <p:cNvSpPr/>
          <p:nvPr/>
        </p:nvSpPr>
        <p:spPr>
          <a:xfrm>
            <a:off x="5569195" y="978106"/>
            <a:ext cx="1515179" cy="128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RENDIMENTO FINANC.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"/>
          <p:cNvSpPr/>
          <p:nvPr/>
        </p:nvSpPr>
        <p:spPr>
          <a:xfrm>
            <a:off x="5569195" y="1153909"/>
            <a:ext cx="1515179" cy="200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R$ 4.722,14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"/>
          <p:cNvSpPr/>
          <p:nvPr/>
        </p:nvSpPr>
        <p:spPr>
          <a:xfrm>
            <a:off x="5569195" y="1392008"/>
            <a:ext cx="1515179" cy="128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Rendimento acumulado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"/>
          <p:cNvSpPr/>
          <p:nvPr/>
        </p:nvSpPr>
        <p:spPr>
          <a:xfrm>
            <a:off x="7143724" y="857208"/>
            <a:ext cx="1600213" cy="764837"/>
          </a:xfrm>
          <a:prstGeom prst="roundRect">
            <a:avLst>
              <a:gd name="adj" fmla="val 7472"/>
            </a:avLst>
          </a:prstGeom>
          <a:solidFill>
            <a:srgbClr val="F7F9FC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"/>
          <p:cNvSpPr/>
          <p:nvPr/>
        </p:nvSpPr>
        <p:spPr>
          <a:xfrm>
            <a:off x="7255113" y="978106"/>
            <a:ext cx="1515179" cy="128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1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SPRINTS ACOMP.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"/>
          <p:cNvSpPr/>
          <p:nvPr/>
        </p:nvSpPr>
        <p:spPr>
          <a:xfrm>
            <a:off x="7255113" y="1153909"/>
            <a:ext cx="1515179" cy="200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"/>
          <p:cNvSpPr/>
          <p:nvPr/>
        </p:nvSpPr>
        <p:spPr>
          <a:xfrm>
            <a:off x="7255113" y="1392008"/>
            <a:ext cx="1515179" cy="128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Sprints 14 e 15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"/>
          <p:cNvSpPr/>
          <p:nvPr/>
        </p:nvSpPr>
        <p:spPr>
          <a:xfrm>
            <a:off x="400028" y="1745863"/>
            <a:ext cx="9178329" cy="1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Execução Orçamentária por Rubrica – Orçamento • Executado • Disponível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"/>
          <p:cNvSpPr/>
          <p:nvPr/>
        </p:nvSpPr>
        <p:spPr>
          <a:xfrm>
            <a:off x="400028" y="1935283"/>
            <a:ext cx="8343935" cy="246549"/>
          </a:xfrm>
          <a:prstGeom prst="rect">
            <a:avLst/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"/>
          <p:cNvSpPr/>
          <p:nvPr/>
        </p:nvSpPr>
        <p:spPr>
          <a:xfrm>
            <a:off x="476228" y="1992433"/>
            <a:ext cx="2619514" cy="15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Rubrica Orçamentária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"/>
          <p:cNvSpPr/>
          <p:nvPr/>
        </p:nvSpPr>
        <p:spPr>
          <a:xfrm>
            <a:off x="3119346" y="1992433"/>
            <a:ext cx="1497708" cy="15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Orçamento (R$)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"/>
          <p:cNvSpPr/>
          <p:nvPr/>
        </p:nvSpPr>
        <p:spPr>
          <a:xfrm>
            <a:off x="4722601" y="1992433"/>
            <a:ext cx="1456192" cy="15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Executado (R$)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"/>
          <p:cNvSpPr/>
          <p:nvPr/>
        </p:nvSpPr>
        <p:spPr>
          <a:xfrm>
            <a:off x="6284343" y="1992433"/>
            <a:ext cx="1456111" cy="15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Disponível (R$)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"/>
          <p:cNvSpPr/>
          <p:nvPr/>
        </p:nvSpPr>
        <p:spPr>
          <a:xfrm>
            <a:off x="7854755" y="1992433"/>
            <a:ext cx="813007" cy="15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Exec. 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"/>
          <p:cNvSpPr/>
          <p:nvPr/>
        </p:nvSpPr>
        <p:spPr>
          <a:xfrm>
            <a:off x="400028" y="2407709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"/>
          <p:cNvSpPr/>
          <p:nvPr/>
        </p:nvSpPr>
        <p:spPr>
          <a:xfrm>
            <a:off x="476228" y="2229456"/>
            <a:ext cx="2619514" cy="152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Recursos Humanos – Bolsas P&amp;D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"/>
          <p:cNvSpPr/>
          <p:nvPr/>
        </p:nvSpPr>
        <p:spPr>
          <a:xfrm>
            <a:off x="3119346" y="2229456"/>
            <a:ext cx="1497708" cy="152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458.000,00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"/>
          <p:cNvSpPr/>
          <p:nvPr/>
        </p:nvSpPr>
        <p:spPr>
          <a:xfrm>
            <a:off x="4722601" y="2229456"/>
            <a:ext cx="1456192" cy="152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134.250,00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"/>
          <p:cNvSpPr/>
          <p:nvPr/>
        </p:nvSpPr>
        <p:spPr>
          <a:xfrm>
            <a:off x="6284343" y="2229456"/>
            <a:ext cx="1456111" cy="152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323.750,00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"/>
          <p:cNvSpPr/>
          <p:nvPr/>
        </p:nvSpPr>
        <p:spPr>
          <a:xfrm>
            <a:off x="7854755" y="2229456"/>
            <a:ext cx="813007" cy="152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29,3%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"/>
          <p:cNvSpPr/>
          <p:nvPr/>
        </p:nvSpPr>
        <p:spPr>
          <a:xfrm>
            <a:off x="400028" y="2411016"/>
            <a:ext cx="8343935" cy="230839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"/>
          <p:cNvSpPr/>
          <p:nvPr/>
        </p:nvSpPr>
        <p:spPr>
          <a:xfrm>
            <a:off x="400028" y="2638547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"/>
          <p:cNvSpPr/>
          <p:nvPr/>
        </p:nvSpPr>
        <p:spPr>
          <a:xfrm>
            <a:off x="476228" y="2458641"/>
            <a:ext cx="2619514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Recursos Humanos Indiretos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"/>
          <p:cNvSpPr/>
          <p:nvPr/>
        </p:nvSpPr>
        <p:spPr>
          <a:xfrm>
            <a:off x="3119346" y="2458641"/>
            <a:ext cx="1497708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22.400,00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"/>
          <p:cNvSpPr/>
          <p:nvPr/>
        </p:nvSpPr>
        <p:spPr>
          <a:xfrm>
            <a:off x="4722601" y="2458641"/>
            <a:ext cx="1456192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"/>
          <p:cNvSpPr/>
          <p:nvPr/>
        </p:nvSpPr>
        <p:spPr>
          <a:xfrm>
            <a:off x="6284343" y="2458641"/>
            <a:ext cx="1456111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22.400,00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"/>
          <p:cNvSpPr/>
          <p:nvPr/>
        </p:nvSpPr>
        <p:spPr>
          <a:xfrm>
            <a:off x="7854755" y="2458641"/>
            <a:ext cx="813007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B8C1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DB8C1"/>
                </a:solidFill>
                <a:latin typeface="Arial"/>
                <a:ea typeface="Arial"/>
                <a:cs typeface="Arial"/>
                <a:sym typeface="Arial"/>
              </a:rPr>
              <a:t>0,0%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"/>
          <p:cNvSpPr/>
          <p:nvPr/>
        </p:nvSpPr>
        <p:spPr>
          <a:xfrm>
            <a:off x="400028" y="2869386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"/>
          <p:cNvSpPr/>
          <p:nvPr/>
        </p:nvSpPr>
        <p:spPr>
          <a:xfrm>
            <a:off x="476228" y="2689479"/>
            <a:ext cx="2619514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Serviços de Terceiros PJ (Rateio Internet)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"/>
          <p:cNvSpPr/>
          <p:nvPr/>
        </p:nvSpPr>
        <p:spPr>
          <a:xfrm>
            <a:off x="3119346" y="2689479"/>
            <a:ext cx="1497708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8.937,00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"/>
          <p:cNvSpPr/>
          <p:nvPr/>
        </p:nvSpPr>
        <p:spPr>
          <a:xfrm>
            <a:off x="4722601" y="2689479"/>
            <a:ext cx="1456192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 dirty="0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257,15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"/>
          <p:cNvSpPr/>
          <p:nvPr/>
        </p:nvSpPr>
        <p:spPr>
          <a:xfrm>
            <a:off x="6284343" y="2689479"/>
            <a:ext cx="1456111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8.679,85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"/>
          <p:cNvSpPr/>
          <p:nvPr/>
        </p:nvSpPr>
        <p:spPr>
          <a:xfrm>
            <a:off x="7854755" y="2689479"/>
            <a:ext cx="813007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C34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39C34"/>
                </a:solidFill>
                <a:latin typeface="Arial"/>
                <a:ea typeface="Arial"/>
                <a:cs typeface="Arial"/>
                <a:sym typeface="Arial"/>
              </a:rPr>
              <a:t>2,9%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"/>
          <p:cNvSpPr/>
          <p:nvPr/>
        </p:nvSpPr>
        <p:spPr>
          <a:xfrm>
            <a:off x="400028" y="2872693"/>
            <a:ext cx="8343935" cy="23083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"/>
          <p:cNvSpPr/>
          <p:nvPr/>
        </p:nvSpPr>
        <p:spPr>
          <a:xfrm>
            <a:off x="400028" y="3100224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"/>
          <p:cNvSpPr/>
          <p:nvPr/>
        </p:nvSpPr>
        <p:spPr>
          <a:xfrm>
            <a:off x="476228" y="2920318"/>
            <a:ext cx="2619514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Tributos / ISS FAEPI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"/>
          <p:cNvSpPr/>
          <p:nvPr/>
        </p:nvSpPr>
        <p:spPr>
          <a:xfrm>
            <a:off x="3119346" y="2920318"/>
            <a:ext cx="1497708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5.500,00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"/>
          <p:cNvSpPr/>
          <p:nvPr/>
        </p:nvSpPr>
        <p:spPr>
          <a:xfrm>
            <a:off x="4722601" y="2920318"/>
            <a:ext cx="1456192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4.125,00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"/>
          <p:cNvSpPr/>
          <p:nvPr/>
        </p:nvSpPr>
        <p:spPr>
          <a:xfrm>
            <a:off x="6284343" y="2920318"/>
            <a:ext cx="1456111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1.375,00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"/>
          <p:cNvSpPr/>
          <p:nvPr/>
        </p:nvSpPr>
        <p:spPr>
          <a:xfrm>
            <a:off x="7854755" y="2920318"/>
            <a:ext cx="813007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75,0%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"/>
          <p:cNvSpPr/>
          <p:nvPr/>
        </p:nvSpPr>
        <p:spPr>
          <a:xfrm>
            <a:off x="400028" y="3331063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"/>
          <p:cNvSpPr/>
          <p:nvPr/>
        </p:nvSpPr>
        <p:spPr>
          <a:xfrm>
            <a:off x="476228" y="3151157"/>
            <a:ext cx="2619514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Outros Correlatos (Tarifas Bancárias)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"/>
          <p:cNvSpPr/>
          <p:nvPr/>
        </p:nvSpPr>
        <p:spPr>
          <a:xfrm>
            <a:off x="3119346" y="3151157"/>
            <a:ext cx="1497708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1.900,00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"/>
          <p:cNvSpPr/>
          <p:nvPr/>
        </p:nvSpPr>
        <p:spPr>
          <a:xfrm>
            <a:off x="4722601" y="3151157"/>
            <a:ext cx="1456192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366,18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"/>
          <p:cNvSpPr/>
          <p:nvPr/>
        </p:nvSpPr>
        <p:spPr>
          <a:xfrm>
            <a:off x="6284343" y="3151157"/>
            <a:ext cx="1456111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1.533,82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"/>
          <p:cNvSpPr/>
          <p:nvPr/>
        </p:nvSpPr>
        <p:spPr>
          <a:xfrm>
            <a:off x="7854755" y="3151157"/>
            <a:ext cx="813007" cy="15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19,3%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"/>
          <p:cNvSpPr/>
          <p:nvPr/>
        </p:nvSpPr>
        <p:spPr>
          <a:xfrm>
            <a:off x="400028" y="3334370"/>
            <a:ext cx="8343935" cy="230839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"/>
          <p:cNvSpPr/>
          <p:nvPr/>
        </p:nvSpPr>
        <p:spPr>
          <a:xfrm>
            <a:off x="400028" y="3561902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"/>
          <p:cNvSpPr/>
          <p:nvPr/>
        </p:nvSpPr>
        <p:spPr>
          <a:xfrm>
            <a:off x="476228" y="3381995"/>
            <a:ext cx="2619514" cy="154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Despesa de Suporte Operacional (DOA)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"/>
          <p:cNvSpPr/>
          <p:nvPr/>
        </p:nvSpPr>
        <p:spPr>
          <a:xfrm>
            <a:off x="3119346" y="3381995"/>
            <a:ext cx="1497708" cy="154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72.263,00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"/>
          <p:cNvSpPr/>
          <p:nvPr/>
        </p:nvSpPr>
        <p:spPr>
          <a:xfrm>
            <a:off x="4722601" y="3381995"/>
            <a:ext cx="1456192" cy="154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8.400,00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"/>
          <p:cNvSpPr/>
          <p:nvPr/>
        </p:nvSpPr>
        <p:spPr>
          <a:xfrm>
            <a:off x="6284343" y="3381995"/>
            <a:ext cx="1456111" cy="154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63.863,00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"/>
          <p:cNvSpPr/>
          <p:nvPr/>
        </p:nvSpPr>
        <p:spPr>
          <a:xfrm>
            <a:off x="7854755" y="3381995"/>
            <a:ext cx="813007" cy="154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C34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39C34"/>
                </a:solidFill>
                <a:latin typeface="Arial"/>
                <a:ea typeface="Arial"/>
                <a:cs typeface="Arial"/>
                <a:sym typeface="Arial"/>
              </a:rPr>
              <a:t>11,6%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"/>
          <p:cNvSpPr/>
          <p:nvPr/>
        </p:nvSpPr>
        <p:spPr>
          <a:xfrm>
            <a:off x="400028" y="3795221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"/>
          <p:cNvSpPr/>
          <p:nvPr/>
        </p:nvSpPr>
        <p:spPr>
          <a:xfrm>
            <a:off x="476228" y="3612834"/>
            <a:ext cx="2619514" cy="157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"/>
          <p:cNvSpPr/>
          <p:nvPr/>
        </p:nvSpPr>
        <p:spPr>
          <a:xfrm>
            <a:off x="3119346" y="3612834"/>
            <a:ext cx="1497708" cy="157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"/>
          <p:cNvSpPr/>
          <p:nvPr/>
        </p:nvSpPr>
        <p:spPr>
          <a:xfrm>
            <a:off x="4722601" y="3612834"/>
            <a:ext cx="1456192" cy="157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"/>
          <p:cNvSpPr/>
          <p:nvPr/>
        </p:nvSpPr>
        <p:spPr>
          <a:xfrm>
            <a:off x="6284343" y="3612834"/>
            <a:ext cx="1456111" cy="157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"/>
          <p:cNvSpPr/>
          <p:nvPr/>
        </p:nvSpPr>
        <p:spPr>
          <a:xfrm>
            <a:off x="7854755" y="3612834"/>
            <a:ext cx="813007" cy="157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"/>
          <p:cNvSpPr/>
          <p:nvPr/>
        </p:nvSpPr>
        <p:spPr>
          <a:xfrm>
            <a:off x="400028" y="3798528"/>
            <a:ext cx="8343935" cy="260243"/>
          </a:xfrm>
          <a:prstGeom prst="rect">
            <a:avLst/>
          </a:prstGeom>
          <a:solidFill>
            <a:srgbClr val="EAF2E9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"/>
          <p:cNvSpPr/>
          <p:nvPr/>
        </p:nvSpPr>
        <p:spPr>
          <a:xfrm>
            <a:off x="400028" y="3798527"/>
            <a:ext cx="8343935" cy="82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"/>
          <p:cNvSpPr/>
          <p:nvPr/>
        </p:nvSpPr>
        <p:spPr>
          <a:xfrm>
            <a:off x="476228" y="3860440"/>
            <a:ext cx="2619514" cy="15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TOTAL DO PROJETO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"/>
          <p:cNvSpPr/>
          <p:nvPr/>
        </p:nvSpPr>
        <p:spPr>
          <a:xfrm>
            <a:off x="3119346" y="3860440"/>
            <a:ext cx="1497708" cy="15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569.000,00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"/>
          <p:cNvSpPr/>
          <p:nvPr/>
        </p:nvSpPr>
        <p:spPr>
          <a:xfrm>
            <a:off x="4722601" y="3860440"/>
            <a:ext cx="1456192" cy="15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147.398,33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"/>
          <p:cNvSpPr/>
          <p:nvPr/>
        </p:nvSpPr>
        <p:spPr>
          <a:xfrm>
            <a:off x="6284343" y="3860440"/>
            <a:ext cx="1456111" cy="15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421.601,67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"/>
          <p:cNvSpPr/>
          <p:nvPr/>
        </p:nvSpPr>
        <p:spPr>
          <a:xfrm>
            <a:off x="7854755" y="3860440"/>
            <a:ext cx="813007" cy="15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25,9%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"/>
          <p:cNvSpPr/>
          <p:nvPr/>
        </p:nvSpPr>
        <p:spPr>
          <a:xfrm>
            <a:off x="400028" y="4115899"/>
            <a:ext cx="9178329" cy="128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* Execução financeira acumulada em 30/09/2026. Aportado: R$ 280.500,00. Rendimentos líquidos: R$ 4.722,14. Saldo em caixa: R$ 137.823,81.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"/>
          <p:cNvSpPr/>
          <p:nvPr/>
        </p:nvSpPr>
        <p:spPr>
          <a:xfrm>
            <a:off x="400028" y="304788"/>
            <a:ext cx="9178329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5. GESTÃO FINANCEIRA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3"/>
          <p:cNvSpPr/>
          <p:nvPr/>
        </p:nvSpPr>
        <p:spPr>
          <a:xfrm>
            <a:off x="400028" y="471470"/>
            <a:ext cx="9178329" cy="261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Desembolso e Execução Orçamentária – Setembro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3"/>
          <p:cNvSpPr/>
          <p:nvPr/>
        </p:nvSpPr>
        <p:spPr>
          <a:xfrm>
            <a:off x="400028" y="761969"/>
            <a:ext cx="9178329" cy="1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Conv. 002/2026 – Contas: 15334-6 (Empresa), 15335-4 (SEBRAE), 15338-9 (EMBRAPII)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3"/>
          <p:cNvSpPr/>
          <p:nvPr/>
        </p:nvSpPr>
        <p:spPr>
          <a:xfrm>
            <a:off x="400028" y="1018078"/>
            <a:ext cx="5176335" cy="15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Parcelas Recebidas (Entradas de Receita)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"/>
          <p:cNvSpPr/>
          <p:nvPr/>
        </p:nvSpPr>
        <p:spPr>
          <a:xfrm>
            <a:off x="400028" y="1207498"/>
            <a:ext cx="4705759" cy="237040"/>
          </a:xfrm>
          <a:prstGeom prst="rect">
            <a:avLst/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"/>
          <p:cNvSpPr/>
          <p:nvPr/>
        </p:nvSpPr>
        <p:spPr>
          <a:xfrm>
            <a:off x="466702" y="1259885"/>
            <a:ext cx="587448" cy="151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Parcela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"/>
          <p:cNvSpPr/>
          <p:nvPr/>
        </p:nvSpPr>
        <p:spPr>
          <a:xfrm>
            <a:off x="1149400" y="1259885"/>
            <a:ext cx="836631" cy="151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Nº Doc.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"/>
          <p:cNvSpPr/>
          <p:nvPr/>
        </p:nvSpPr>
        <p:spPr>
          <a:xfrm>
            <a:off x="2081281" y="1259885"/>
            <a:ext cx="827950" cy="151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Pagto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"/>
          <p:cNvSpPr/>
          <p:nvPr/>
        </p:nvSpPr>
        <p:spPr>
          <a:xfrm>
            <a:off x="2966380" y="1259885"/>
            <a:ext cx="796375" cy="151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Valor (R$)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"/>
          <p:cNvSpPr/>
          <p:nvPr/>
        </p:nvSpPr>
        <p:spPr>
          <a:xfrm>
            <a:off x="3857815" y="1259885"/>
            <a:ext cx="1181297" cy="151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Acumulado (R$)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"/>
          <p:cNvSpPr/>
          <p:nvPr/>
        </p:nvSpPr>
        <p:spPr>
          <a:xfrm>
            <a:off x="400028" y="1660854"/>
            <a:ext cx="4705759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3"/>
          <p:cNvSpPr/>
          <p:nvPr/>
        </p:nvSpPr>
        <p:spPr>
          <a:xfrm>
            <a:off x="466702" y="1487400"/>
            <a:ext cx="463630" cy="12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 dirty="0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01/03 EMB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"/>
          <p:cNvSpPr/>
          <p:nvPr/>
        </p:nvSpPr>
        <p:spPr>
          <a:xfrm>
            <a:off x="1149400" y="1487400"/>
            <a:ext cx="836631" cy="15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Ordem Banc.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"/>
          <p:cNvSpPr/>
          <p:nvPr/>
        </p:nvSpPr>
        <p:spPr>
          <a:xfrm>
            <a:off x="2081281" y="1487400"/>
            <a:ext cx="827950" cy="15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17/06/2026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"/>
          <p:cNvSpPr/>
          <p:nvPr/>
        </p:nvSpPr>
        <p:spPr>
          <a:xfrm>
            <a:off x="2966380" y="1487400"/>
            <a:ext cx="796375" cy="15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103.000,00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"/>
          <p:cNvSpPr/>
          <p:nvPr/>
        </p:nvSpPr>
        <p:spPr>
          <a:xfrm>
            <a:off x="3857815" y="1487400"/>
            <a:ext cx="1181297" cy="15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103.000,00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"/>
          <p:cNvSpPr/>
          <p:nvPr/>
        </p:nvSpPr>
        <p:spPr>
          <a:xfrm>
            <a:off x="400028" y="1664162"/>
            <a:ext cx="4705759" cy="22127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3"/>
          <p:cNvSpPr/>
          <p:nvPr/>
        </p:nvSpPr>
        <p:spPr>
          <a:xfrm>
            <a:off x="400028" y="1882133"/>
            <a:ext cx="4705759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"/>
          <p:cNvSpPr/>
          <p:nvPr/>
        </p:nvSpPr>
        <p:spPr>
          <a:xfrm>
            <a:off x="466702" y="1707025"/>
            <a:ext cx="587448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01/04 Emp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"/>
          <p:cNvSpPr/>
          <p:nvPr/>
        </p:nvSpPr>
        <p:spPr>
          <a:xfrm>
            <a:off x="1149400" y="1707025"/>
            <a:ext cx="836631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NFSe 106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"/>
          <p:cNvSpPr/>
          <p:nvPr/>
        </p:nvSpPr>
        <p:spPr>
          <a:xfrm>
            <a:off x="2081281" y="1707025"/>
            <a:ext cx="827950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01/07/2026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"/>
          <p:cNvSpPr/>
          <p:nvPr/>
        </p:nvSpPr>
        <p:spPr>
          <a:xfrm>
            <a:off x="2966380" y="1707025"/>
            <a:ext cx="796375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27.500,00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"/>
          <p:cNvSpPr/>
          <p:nvPr/>
        </p:nvSpPr>
        <p:spPr>
          <a:xfrm>
            <a:off x="3857815" y="1707025"/>
            <a:ext cx="1181297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130.500,00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"/>
          <p:cNvSpPr/>
          <p:nvPr/>
        </p:nvSpPr>
        <p:spPr>
          <a:xfrm>
            <a:off x="400028" y="2103412"/>
            <a:ext cx="4705759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"/>
          <p:cNvSpPr/>
          <p:nvPr/>
        </p:nvSpPr>
        <p:spPr>
          <a:xfrm>
            <a:off x="466702" y="1928303"/>
            <a:ext cx="587448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Única SEB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"/>
          <p:cNvSpPr/>
          <p:nvPr/>
        </p:nvSpPr>
        <p:spPr>
          <a:xfrm>
            <a:off x="1149400" y="1928303"/>
            <a:ext cx="836631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Aporte Único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"/>
          <p:cNvSpPr/>
          <p:nvPr/>
        </p:nvSpPr>
        <p:spPr>
          <a:xfrm>
            <a:off x="2081281" y="1928303"/>
            <a:ext cx="827950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08/07/2026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"/>
          <p:cNvSpPr/>
          <p:nvPr/>
        </p:nvSpPr>
        <p:spPr>
          <a:xfrm>
            <a:off x="2966380" y="1928303"/>
            <a:ext cx="796375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150.000,00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"/>
          <p:cNvSpPr/>
          <p:nvPr/>
        </p:nvSpPr>
        <p:spPr>
          <a:xfrm>
            <a:off x="3857815" y="1928303"/>
            <a:ext cx="1181297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280.500,00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"/>
          <p:cNvSpPr/>
          <p:nvPr/>
        </p:nvSpPr>
        <p:spPr>
          <a:xfrm>
            <a:off x="400028" y="2106719"/>
            <a:ext cx="4705759" cy="22127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3"/>
          <p:cNvSpPr/>
          <p:nvPr/>
        </p:nvSpPr>
        <p:spPr>
          <a:xfrm>
            <a:off x="400028" y="2324690"/>
            <a:ext cx="4705759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"/>
          <p:cNvSpPr/>
          <p:nvPr/>
        </p:nvSpPr>
        <p:spPr>
          <a:xfrm>
            <a:off x="466702" y="2149582"/>
            <a:ext cx="587448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02/04 Emp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"/>
          <p:cNvSpPr/>
          <p:nvPr/>
        </p:nvSpPr>
        <p:spPr>
          <a:xfrm>
            <a:off x="1149400" y="2149582"/>
            <a:ext cx="836631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"/>
          <p:cNvSpPr/>
          <p:nvPr/>
        </p:nvSpPr>
        <p:spPr>
          <a:xfrm>
            <a:off x="2081281" y="2149582"/>
            <a:ext cx="827950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Prev. Out/26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"/>
          <p:cNvSpPr/>
          <p:nvPr/>
        </p:nvSpPr>
        <p:spPr>
          <a:xfrm>
            <a:off x="2966380" y="2149582"/>
            <a:ext cx="796375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27.500,00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"/>
          <p:cNvSpPr/>
          <p:nvPr/>
        </p:nvSpPr>
        <p:spPr>
          <a:xfrm>
            <a:off x="3857815" y="2149582"/>
            <a:ext cx="1181297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pendente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"/>
          <p:cNvSpPr/>
          <p:nvPr/>
        </p:nvSpPr>
        <p:spPr>
          <a:xfrm>
            <a:off x="400028" y="2545969"/>
            <a:ext cx="4705759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3"/>
          <p:cNvSpPr/>
          <p:nvPr/>
        </p:nvSpPr>
        <p:spPr>
          <a:xfrm>
            <a:off x="466702" y="2370860"/>
            <a:ext cx="587448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AA4B2"/>
                </a:solidFill>
                <a:latin typeface="Arial"/>
                <a:ea typeface="Arial"/>
                <a:cs typeface="Arial"/>
                <a:sym typeface="Arial"/>
              </a:rPr>
              <a:t>02/03 EMB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"/>
          <p:cNvSpPr/>
          <p:nvPr/>
        </p:nvSpPr>
        <p:spPr>
          <a:xfrm>
            <a:off x="1149400" y="2370860"/>
            <a:ext cx="836631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AA4B2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"/>
          <p:cNvSpPr/>
          <p:nvPr/>
        </p:nvSpPr>
        <p:spPr>
          <a:xfrm>
            <a:off x="2081281" y="2370860"/>
            <a:ext cx="827950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AA4B2"/>
                </a:solidFill>
                <a:latin typeface="Arial"/>
                <a:ea typeface="Arial"/>
                <a:cs typeface="Arial"/>
                <a:sym typeface="Arial"/>
              </a:rPr>
              <a:t>Prev. Out/26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"/>
          <p:cNvSpPr/>
          <p:nvPr/>
        </p:nvSpPr>
        <p:spPr>
          <a:xfrm>
            <a:off x="2966380" y="2370860"/>
            <a:ext cx="796375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AA4B2"/>
                </a:solidFill>
                <a:latin typeface="Arial"/>
                <a:ea typeface="Arial"/>
                <a:cs typeface="Arial"/>
                <a:sym typeface="Arial"/>
              </a:rPr>
              <a:t>103.000,00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"/>
          <p:cNvSpPr/>
          <p:nvPr/>
        </p:nvSpPr>
        <p:spPr>
          <a:xfrm>
            <a:off x="3857815" y="2370860"/>
            <a:ext cx="1181297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AA4B2"/>
                </a:solidFill>
                <a:latin typeface="Arial"/>
                <a:ea typeface="Arial"/>
                <a:cs typeface="Arial"/>
                <a:sym typeface="Arial"/>
              </a:rPr>
              <a:t>pendente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"/>
          <p:cNvSpPr/>
          <p:nvPr/>
        </p:nvSpPr>
        <p:spPr>
          <a:xfrm>
            <a:off x="400028" y="2549276"/>
            <a:ext cx="4705759" cy="22127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"/>
          <p:cNvSpPr/>
          <p:nvPr/>
        </p:nvSpPr>
        <p:spPr>
          <a:xfrm>
            <a:off x="400028" y="2767247"/>
            <a:ext cx="4705759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"/>
          <p:cNvSpPr/>
          <p:nvPr/>
        </p:nvSpPr>
        <p:spPr>
          <a:xfrm>
            <a:off x="466702" y="2592139"/>
            <a:ext cx="587448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AA4B2"/>
                </a:solidFill>
                <a:latin typeface="Arial"/>
                <a:ea typeface="Arial"/>
                <a:cs typeface="Arial"/>
                <a:sym typeface="Arial"/>
              </a:rPr>
              <a:t>03/04 Emp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"/>
          <p:cNvSpPr/>
          <p:nvPr/>
        </p:nvSpPr>
        <p:spPr>
          <a:xfrm>
            <a:off x="1149400" y="2592139"/>
            <a:ext cx="836631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AA4B2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"/>
          <p:cNvSpPr/>
          <p:nvPr/>
        </p:nvSpPr>
        <p:spPr>
          <a:xfrm>
            <a:off x="2081281" y="2592139"/>
            <a:ext cx="827950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AA4B2"/>
                </a:solidFill>
                <a:latin typeface="Arial"/>
                <a:ea typeface="Arial"/>
                <a:cs typeface="Arial"/>
                <a:sym typeface="Arial"/>
              </a:rPr>
              <a:t>Prev. Dez/26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"/>
          <p:cNvSpPr/>
          <p:nvPr/>
        </p:nvSpPr>
        <p:spPr>
          <a:xfrm>
            <a:off x="2966380" y="2592139"/>
            <a:ext cx="796375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AA4B2"/>
                </a:solidFill>
                <a:latin typeface="Arial"/>
                <a:ea typeface="Arial"/>
                <a:cs typeface="Arial"/>
                <a:sym typeface="Arial"/>
              </a:rPr>
              <a:t>27.500,00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"/>
          <p:cNvSpPr/>
          <p:nvPr/>
        </p:nvSpPr>
        <p:spPr>
          <a:xfrm>
            <a:off x="3857815" y="2592139"/>
            <a:ext cx="1181297" cy="15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AA4B2"/>
                </a:solidFill>
                <a:latin typeface="Arial"/>
                <a:ea typeface="Arial"/>
                <a:cs typeface="Arial"/>
                <a:sym typeface="Arial"/>
              </a:rPr>
              <a:t>pendente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"/>
          <p:cNvSpPr/>
          <p:nvPr/>
        </p:nvSpPr>
        <p:spPr>
          <a:xfrm>
            <a:off x="400028" y="2991006"/>
            <a:ext cx="4705759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"/>
          <p:cNvSpPr/>
          <p:nvPr/>
        </p:nvSpPr>
        <p:spPr>
          <a:xfrm>
            <a:off x="466702" y="2813417"/>
            <a:ext cx="587448" cy="157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AA4B2"/>
                </a:solidFill>
                <a:latin typeface="Arial"/>
                <a:ea typeface="Arial"/>
                <a:cs typeface="Arial"/>
                <a:sym typeface="Arial"/>
              </a:rPr>
              <a:t>03/03 EMB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"/>
          <p:cNvSpPr/>
          <p:nvPr/>
        </p:nvSpPr>
        <p:spPr>
          <a:xfrm>
            <a:off x="1149400" y="2813417"/>
            <a:ext cx="836631" cy="157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AA4B2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"/>
          <p:cNvSpPr/>
          <p:nvPr/>
        </p:nvSpPr>
        <p:spPr>
          <a:xfrm>
            <a:off x="2081281" y="2813417"/>
            <a:ext cx="827950" cy="157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AA4B2"/>
                </a:solidFill>
                <a:latin typeface="Arial"/>
                <a:ea typeface="Arial"/>
                <a:cs typeface="Arial"/>
                <a:sym typeface="Arial"/>
              </a:rPr>
              <a:t>Prev. Jan/27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"/>
          <p:cNvSpPr/>
          <p:nvPr/>
        </p:nvSpPr>
        <p:spPr>
          <a:xfrm>
            <a:off x="2966380" y="2813417"/>
            <a:ext cx="796375" cy="157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AA4B2"/>
                </a:solidFill>
                <a:latin typeface="Arial"/>
                <a:ea typeface="Arial"/>
                <a:cs typeface="Arial"/>
                <a:sym typeface="Arial"/>
              </a:rPr>
              <a:t>103.000,00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"/>
          <p:cNvSpPr/>
          <p:nvPr/>
        </p:nvSpPr>
        <p:spPr>
          <a:xfrm>
            <a:off x="3857815" y="2813417"/>
            <a:ext cx="1181297" cy="157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AA4B2"/>
                </a:solidFill>
                <a:latin typeface="Arial"/>
                <a:ea typeface="Arial"/>
                <a:cs typeface="Arial"/>
                <a:sym typeface="Arial"/>
              </a:rPr>
              <a:t>pendente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"/>
          <p:cNvSpPr/>
          <p:nvPr/>
        </p:nvSpPr>
        <p:spPr>
          <a:xfrm>
            <a:off x="400028" y="2994313"/>
            <a:ext cx="4705759" cy="250683"/>
          </a:xfrm>
          <a:prstGeom prst="rect">
            <a:avLst/>
          </a:prstGeom>
          <a:solidFill>
            <a:srgbClr val="EAF2E9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3"/>
          <p:cNvSpPr/>
          <p:nvPr/>
        </p:nvSpPr>
        <p:spPr>
          <a:xfrm>
            <a:off x="400028" y="2994313"/>
            <a:ext cx="4705759" cy="82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3"/>
          <p:cNvSpPr/>
          <p:nvPr/>
        </p:nvSpPr>
        <p:spPr>
          <a:xfrm>
            <a:off x="466702" y="3051463"/>
            <a:ext cx="3398935" cy="155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TOTAL RECEBIDO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"/>
          <p:cNvSpPr/>
          <p:nvPr/>
        </p:nvSpPr>
        <p:spPr>
          <a:xfrm>
            <a:off x="3857815" y="3051463"/>
            <a:ext cx="1181297" cy="155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280.500,00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"/>
          <p:cNvSpPr/>
          <p:nvPr/>
        </p:nvSpPr>
        <p:spPr>
          <a:xfrm>
            <a:off x="400028" y="3311659"/>
            <a:ext cx="484693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Receitas recebidas: R$ 280.500,00 (49,3% do convênio). Aportes pendentes: R$ 288.500,00.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"/>
          <p:cNvSpPr/>
          <p:nvPr/>
        </p:nvSpPr>
        <p:spPr>
          <a:xfrm>
            <a:off x="5258180" y="1018078"/>
            <a:ext cx="3485782" cy="1082673"/>
          </a:xfrm>
          <a:prstGeom prst="roundRect">
            <a:avLst>
              <a:gd name="adj" fmla="val 5279"/>
            </a:avLst>
          </a:prstGeom>
          <a:solidFill>
            <a:srgbClr val="F7F9FC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3"/>
          <p:cNvSpPr/>
          <p:nvPr/>
        </p:nvSpPr>
        <p:spPr>
          <a:xfrm>
            <a:off x="5388611" y="1138975"/>
            <a:ext cx="3547412" cy="15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Resumo Financeiro Consolidado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"/>
          <p:cNvSpPr/>
          <p:nvPr/>
        </p:nvSpPr>
        <p:spPr>
          <a:xfrm>
            <a:off x="5388611" y="1555926"/>
            <a:ext cx="3224919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3"/>
          <p:cNvSpPr/>
          <p:nvPr/>
        </p:nvSpPr>
        <p:spPr>
          <a:xfrm>
            <a:off x="5388611" y="1385549"/>
            <a:ext cx="1953362" cy="1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Créditos de setembro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"/>
          <p:cNvSpPr/>
          <p:nvPr/>
        </p:nvSpPr>
        <p:spPr>
          <a:xfrm>
            <a:off x="7768260" y="1385549"/>
            <a:ext cx="929799" cy="1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R$ 332,27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"/>
          <p:cNvSpPr/>
          <p:nvPr/>
        </p:nvSpPr>
        <p:spPr>
          <a:xfrm>
            <a:off x="5388611" y="1767696"/>
            <a:ext cx="3224919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3"/>
          <p:cNvSpPr/>
          <p:nvPr/>
        </p:nvSpPr>
        <p:spPr>
          <a:xfrm>
            <a:off x="5388611" y="1597318"/>
            <a:ext cx="1880118" cy="15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Débitos de setembro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"/>
          <p:cNvSpPr/>
          <p:nvPr/>
        </p:nvSpPr>
        <p:spPr>
          <a:xfrm>
            <a:off x="7768260" y="1597318"/>
            <a:ext cx="929799" cy="15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R$ 61.440,33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"/>
          <p:cNvSpPr/>
          <p:nvPr/>
        </p:nvSpPr>
        <p:spPr>
          <a:xfrm>
            <a:off x="5388611" y="1828132"/>
            <a:ext cx="1680197" cy="161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000"/>
              <a:buFont typeface="Arial"/>
              <a:buNone/>
            </a:pPr>
            <a:r>
              <a:rPr lang="en-US" sz="1000" b="1" i="0" u="none" strike="noStrike" cap="none" dirty="0" err="1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Saldo em 30/09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"/>
          <p:cNvSpPr/>
          <p:nvPr/>
        </p:nvSpPr>
        <p:spPr>
          <a:xfrm>
            <a:off x="7801100" y="1828132"/>
            <a:ext cx="893674" cy="161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R$ 137.823,81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"/>
          <p:cNvSpPr/>
          <p:nvPr/>
        </p:nvSpPr>
        <p:spPr>
          <a:xfrm>
            <a:off x="5258180" y="2205524"/>
            <a:ext cx="3485782" cy="1254755"/>
          </a:xfrm>
          <a:prstGeom prst="roundRect">
            <a:avLst>
              <a:gd name="adj" fmla="val 4555"/>
            </a:avLst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"/>
          <p:cNvSpPr/>
          <p:nvPr/>
        </p:nvSpPr>
        <p:spPr>
          <a:xfrm>
            <a:off x="5381997" y="2319807"/>
            <a:ext cx="3561964" cy="1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Rendimentos de Aplicação Financeira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"/>
          <p:cNvSpPr/>
          <p:nvPr/>
        </p:nvSpPr>
        <p:spPr>
          <a:xfrm>
            <a:off x="5381997" y="2730143"/>
            <a:ext cx="3238149" cy="4763"/>
          </a:xfrm>
          <a:prstGeom prst="rect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"/>
          <p:cNvSpPr/>
          <p:nvPr/>
        </p:nvSpPr>
        <p:spPr>
          <a:xfrm>
            <a:off x="5381997" y="2566381"/>
            <a:ext cx="1205407" cy="144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3E8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C7D3E8"/>
                </a:solidFill>
                <a:latin typeface="Arial"/>
                <a:ea typeface="Arial"/>
                <a:cs typeface="Arial"/>
                <a:sym typeface="Arial"/>
              </a:rPr>
              <a:t>Saldo inicial acumulado (Ago)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"/>
          <p:cNvSpPr/>
          <p:nvPr/>
        </p:nvSpPr>
        <p:spPr>
          <a:xfrm>
            <a:off x="7640228" y="2566376"/>
            <a:ext cx="1017900" cy="1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R$ 4.414,24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"/>
          <p:cNvSpPr/>
          <p:nvPr/>
        </p:nvSpPr>
        <p:spPr>
          <a:xfrm>
            <a:off x="5381997" y="2935299"/>
            <a:ext cx="3238149" cy="4763"/>
          </a:xfrm>
          <a:prstGeom prst="rect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"/>
          <p:cNvSpPr/>
          <p:nvPr/>
        </p:nvSpPr>
        <p:spPr>
          <a:xfrm>
            <a:off x="5381997" y="2771536"/>
            <a:ext cx="1011540" cy="144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3E8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C7D3E8"/>
                </a:solidFill>
                <a:latin typeface="Arial"/>
                <a:ea typeface="Arial"/>
                <a:cs typeface="Arial"/>
                <a:sym typeface="Arial"/>
              </a:rPr>
              <a:t>Setembro/2026 – bruto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"/>
          <p:cNvSpPr/>
          <p:nvPr/>
        </p:nvSpPr>
        <p:spPr>
          <a:xfrm>
            <a:off x="7683752" y="2771524"/>
            <a:ext cx="974400" cy="1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R$ 332,27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"/>
          <p:cNvSpPr/>
          <p:nvPr/>
        </p:nvSpPr>
        <p:spPr>
          <a:xfrm>
            <a:off x="5381997" y="3140454"/>
            <a:ext cx="3238149" cy="4763"/>
          </a:xfrm>
          <a:prstGeom prst="rect">
            <a:avLst/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"/>
          <p:cNvSpPr/>
          <p:nvPr/>
        </p:nvSpPr>
        <p:spPr>
          <a:xfrm>
            <a:off x="5381997" y="2976692"/>
            <a:ext cx="1018021" cy="144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3E8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C7D3E8"/>
                </a:solidFill>
                <a:latin typeface="Arial"/>
                <a:ea typeface="Arial"/>
                <a:cs typeface="Arial"/>
                <a:sym typeface="Arial"/>
              </a:rPr>
              <a:t>Setembro/2026 – IRRF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"/>
          <p:cNvSpPr/>
          <p:nvPr/>
        </p:nvSpPr>
        <p:spPr>
          <a:xfrm>
            <a:off x="7640357" y="2976699"/>
            <a:ext cx="1017900" cy="1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R$ 24,37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"/>
          <p:cNvSpPr/>
          <p:nvPr/>
        </p:nvSpPr>
        <p:spPr>
          <a:xfrm>
            <a:off x="5381997" y="3200890"/>
            <a:ext cx="713109" cy="154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Acumulado Líquido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"/>
          <p:cNvSpPr/>
          <p:nvPr/>
        </p:nvSpPr>
        <p:spPr>
          <a:xfrm>
            <a:off x="7905176" y="3200890"/>
            <a:ext cx="786466" cy="154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C8C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7FC8CF"/>
                </a:solidFill>
                <a:latin typeface="Arial"/>
                <a:ea typeface="Arial"/>
                <a:cs typeface="Arial"/>
                <a:sym typeface="Arial"/>
              </a:rPr>
              <a:t>R$ 4.722,14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"/>
          <p:cNvSpPr/>
          <p:nvPr/>
        </p:nvSpPr>
        <p:spPr>
          <a:xfrm>
            <a:off x="400028" y="304788"/>
            <a:ext cx="9178329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5. GESTÃO FINANCEIRA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4"/>
          <p:cNvSpPr/>
          <p:nvPr/>
        </p:nvSpPr>
        <p:spPr>
          <a:xfrm>
            <a:off x="400028" y="471470"/>
            <a:ext cx="9178329" cy="261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Análise de Execução e Pontos de Atenção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4"/>
          <p:cNvSpPr/>
          <p:nvPr/>
        </p:nvSpPr>
        <p:spPr>
          <a:xfrm>
            <a:off x="400028" y="857208"/>
            <a:ext cx="4982668" cy="1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% de Execução por Rubrica Orçamentária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4"/>
          <p:cNvSpPr/>
          <p:nvPr/>
        </p:nvSpPr>
        <p:spPr>
          <a:xfrm>
            <a:off x="400027" y="1094275"/>
            <a:ext cx="1698359" cy="15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Recursos Humanos Diretos (Bolsas)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4"/>
          <p:cNvSpPr/>
          <p:nvPr/>
        </p:nvSpPr>
        <p:spPr>
          <a:xfrm>
            <a:off x="4637366" y="1094275"/>
            <a:ext cx="330460" cy="15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29,3%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4"/>
          <p:cNvSpPr/>
          <p:nvPr/>
        </p:nvSpPr>
        <p:spPr>
          <a:xfrm>
            <a:off x="400028" y="1255117"/>
            <a:ext cx="4529698" cy="85706"/>
          </a:xfrm>
          <a:prstGeom prst="roundRect">
            <a:avLst>
              <a:gd name="adj" fmla="val 50000"/>
            </a:avLst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4"/>
          <p:cNvSpPr/>
          <p:nvPr/>
        </p:nvSpPr>
        <p:spPr>
          <a:xfrm>
            <a:off x="400028" y="1255117"/>
            <a:ext cx="1327654" cy="8570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4"/>
          <p:cNvSpPr/>
          <p:nvPr/>
        </p:nvSpPr>
        <p:spPr>
          <a:xfrm>
            <a:off x="400027" y="1426528"/>
            <a:ext cx="1642311" cy="15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Recursos Humanos Indiretos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4"/>
          <p:cNvSpPr/>
          <p:nvPr/>
        </p:nvSpPr>
        <p:spPr>
          <a:xfrm>
            <a:off x="4637366" y="1426528"/>
            <a:ext cx="330460" cy="15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0,0%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4"/>
          <p:cNvSpPr/>
          <p:nvPr/>
        </p:nvSpPr>
        <p:spPr>
          <a:xfrm>
            <a:off x="400028" y="1587371"/>
            <a:ext cx="4529698" cy="85705"/>
          </a:xfrm>
          <a:prstGeom prst="roundRect">
            <a:avLst>
              <a:gd name="adj" fmla="val 50000"/>
            </a:avLst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4"/>
          <p:cNvSpPr/>
          <p:nvPr/>
        </p:nvSpPr>
        <p:spPr>
          <a:xfrm>
            <a:off x="400028" y="1587371"/>
            <a:ext cx="90589" cy="85705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4"/>
          <p:cNvSpPr/>
          <p:nvPr/>
        </p:nvSpPr>
        <p:spPr>
          <a:xfrm>
            <a:off x="400027" y="1758781"/>
            <a:ext cx="1579498" cy="1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Tributos / ISS FAEPI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4"/>
          <p:cNvSpPr/>
          <p:nvPr/>
        </p:nvSpPr>
        <p:spPr>
          <a:xfrm>
            <a:off x="4605610" y="1758781"/>
            <a:ext cx="362214" cy="1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75,0%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4"/>
          <p:cNvSpPr/>
          <p:nvPr/>
        </p:nvSpPr>
        <p:spPr>
          <a:xfrm>
            <a:off x="400028" y="1919625"/>
            <a:ext cx="4529698" cy="85706"/>
          </a:xfrm>
          <a:prstGeom prst="roundRect">
            <a:avLst>
              <a:gd name="adj" fmla="val 50000"/>
            </a:avLst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4"/>
          <p:cNvSpPr/>
          <p:nvPr/>
        </p:nvSpPr>
        <p:spPr>
          <a:xfrm>
            <a:off x="400028" y="1919625"/>
            <a:ext cx="3397273" cy="85706"/>
          </a:xfrm>
          <a:prstGeom prst="rect">
            <a:avLst/>
          </a:prstGeom>
          <a:solidFill>
            <a:srgbClr val="1DB8C1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4"/>
          <p:cNvSpPr/>
          <p:nvPr/>
        </p:nvSpPr>
        <p:spPr>
          <a:xfrm>
            <a:off x="400028" y="2091035"/>
            <a:ext cx="1206487" cy="1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Tarifas Bancárias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4"/>
          <p:cNvSpPr/>
          <p:nvPr/>
        </p:nvSpPr>
        <p:spPr>
          <a:xfrm>
            <a:off x="4605610" y="2091035"/>
            <a:ext cx="362214" cy="1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19,3%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4"/>
          <p:cNvSpPr/>
          <p:nvPr/>
        </p:nvSpPr>
        <p:spPr>
          <a:xfrm>
            <a:off x="400028" y="2251878"/>
            <a:ext cx="4529698" cy="85706"/>
          </a:xfrm>
          <a:prstGeom prst="roundRect">
            <a:avLst>
              <a:gd name="adj" fmla="val 50000"/>
            </a:avLst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4"/>
          <p:cNvSpPr/>
          <p:nvPr/>
        </p:nvSpPr>
        <p:spPr>
          <a:xfrm>
            <a:off x="400027" y="2251878"/>
            <a:ext cx="872872" cy="85706"/>
          </a:xfrm>
          <a:prstGeom prst="rect">
            <a:avLst/>
          </a:prstGeom>
          <a:solidFill>
            <a:srgbClr val="F39C34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4"/>
          <p:cNvSpPr/>
          <p:nvPr/>
        </p:nvSpPr>
        <p:spPr>
          <a:xfrm>
            <a:off x="400028" y="2423289"/>
            <a:ext cx="1558380" cy="1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Serviços Terceiros PJ (Rateio)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4"/>
          <p:cNvSpPr/>
          <p:nvPr/>
        </p:nvSpPr>
        <p:spPr>
          <a:xfrm>
            <a:off x="4605610" y="2423289"/>
            <a:ext cx="362214" cy="1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2,9%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4"/>
          <p:cNvSpPr/>
          <p:nvPr/>
        </p:nvSpPr>
        <p:spPr>
          <a:xfrm>
            <a:off x="400028" y="2584132"/>
            <a:ext cx="4529698" cy="85706"/>
          </a:xfrm>
          <a:prstGeom prst="roundRect">
            <a:avLst>
              <a:gd name="adj" fmla="val 50000"/>
            </a:avLst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4"/>
          <p:cNvSpPr/>
          <p:nvPr/>
        </p:nvSpPr>
        <p:spPr>
          <a:xfrm>
            <a:off x="400027" y="2584132"/>
            <a:ext cx="130455" cy="85706"/>
          </a:xfrm>
          <a:prstGeom prst="rect">
            <a:avLst/>
          </a:prstGeom>
          <a:solidFill>
            <a:srgbClr val="F39C34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4"/>
          <p:cNvSpPr/>
          <p:nvPr/>
        </p:nvSpPr>
        <p:spPr>
          <a:xfrm>
            <a:off x="400028" y="2755543"/>
            <a:ext cx="964303" cy="1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Despesa de Suporte Operacional (DOA)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4"/>
          <p:cNvSpPr/>
          <p:nvPr/>
        </p:nvSpPr>
        <p:spPr>
          <a:xfrm>
            <a:off x="4764516" y="2755543"/>
            <a:ext cx="203310" cy="1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11,6%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4"/>
          <p:cNvSpPr/>
          <p:nvPr/>
        </p:nvSpPr>
        <p:spPr>
          <a:xfrm>
            <a:off x="400028" y="2916385"/>
            <a:ext cx="4529698" cy="85706"/>
          </a:xfrm>
          <a:prstGeom prst="roundRect">
            <a:avLst>
              <a:gd name="adj" fmla="val 50000"/>
            </a:avLst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4"/>
          <p:cNvSpPr/>
          <p:nvPr/>
        </p:nvSpPr>
        <p:spPr>
          <a:xfrm>
            <a:off x="400028" y="2916385"/>
            <a:ext cx="526350" cy="85706"/>
          </a:xfrm>
          <a:prstGeom prst="rect">
            <a:avLst/>
          </a:prstGeom>
          <a:solidFill>
            <a:srgbClr val="9AA4B2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4"/>
          <p:cNvSpPr/>
          <p:nvPr/>
        </p:nvSpPr>
        <p:spPr>
          <a:xfrm>
            <a:off x="5120204" y="857208"/>
            <a:ext cx="3623758" cy="678899"/>
          </a:xfrm>
          <a:prstGeom prst="roundRect">
            <a:avLst>
              <a:gd name="adj" fmla="val 8418"/>
            </a:avLst>
          </a:prstGeom>
          <a:solidFill>
            <a:srgbClr val="FFFFFF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4"/>
          <p:cNvSpPr/>
          <p:nvPr/>
        </p:nvSpPr>
        <p:spPr>
          <a:xfrm>
            <a:off x="5260144" y="987640"/>
            <a:ext cx="3678267" cy="266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25,9%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4"/>
          <p:cNvSpPr/>
          <p:nvPr/>
        </p:nvSpPr>
        <p:spPr>
          <a:xfrm>
            <a:off x="5260144" y="1273385"/>
            <a:ext cx="3678267" cy="15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Execução acumulada – R$ 147.398,33 do orçamento total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4"/>
          <p:cNvSpPr/>
          <p:nvPr/>
        </p:nvSpPr>
        <p:spPr>
          <a:xfrm>
            <a:off x="5120204" y="1631348"/>
            <a:ext cx="3623758" cy="678899"/>
          </a:xfrm>
          <a:prstGeom prst="roundRect">
            <a:avLst>
              <a:gd name="adj" fmla="val 8418"/>
            </a:avLst>
          </a:prstGeom>
          <a:solidFill>
            <a:srgbClr val="FFFFFF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4"/>
          <p:cNvSpPr/>
          <p:nvPr/>
        </p:nvSpPr>
        <p:spPr>
          <a:xfrm>
            <a:off x="5260144" y="1761779"/>
            <a:ext cx="3678267" cy="26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R$ 137.823,81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4"/>
          <p:cNvSpPr/>
          <p:nvPr/>
        </p:nvSpPr>
        <p:spPr>
          <a:xfrm>
            <a:off x="5260144" y="2047524"/>
            <a:ext cx="3678267" cy="1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lang="en-US" sz="900" b="0" i="0" u="none" strike="noStrike" cap="none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Saldo financeiro em 30/09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4"/>
          <p:cNvSpPr/>
          <p:nvPr/>
        </p:nvSpPr>
        <p:spPr>
          <a:xfrm>
            <a:off x="5120204" y="2405486"/>
            <a:ext cx="3623758" cy="875037"/>
          </a:xfrm>
          <a:prstGeom prst="roundRect">
            <a:avLst>
              <a:gd name="adj" fmla="val 6531"/>
            </a:avLst>
          </a:prstGeom>
          <a:solidFill>
            <a:srgbClr val="EAF2E9"/>
          </a:solidFill>
          <a:ln w="132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4"/>
          <p:cNvSpPr/>
          <p:nvPr/>
        </p:nvSpPr>
        <p:spPr>
          <a:xfrm>
            <a:off x="5260144" y="2526384"/>
            <a:ext cx="3678267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PONTOS DE ATENÇÃO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4"/>
          <p:cNvSpPr/>
          <p:nvPr/>
        </p:nvSpPr>
        <p:spPr>
          <a:xfrm>
            <a:off x="5260144" y="2693066"/>
            <a:ext cx="3444195" cy="4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33413A"/>
              </a:buClr>
              <a:buSzPts val="900"/>
              <a:buFont typeface="Arial"/>
              <a:buNone/>
            </a:pPr>
            <a:r>
              <a:rPr lang="en-US" sz="900" b="0" i="0" u="none" strike="noStrike" cap="none" dirty="0" err="1">
                <a:solidFill>
                  <a:srgbClr val="33413A"/>
                </a:solidFill>
                <a:latin typeface="Arial"/>
                <a:ea typeface="Arial"/>
                <a:cs typeface="Arial"/>
                <a:sym typeface="Arial"/>
              </a:rPr>
              <a:t>Aporte SEBRAE 100% integralizado em conta única (R$ 150.000,00). 100% das bolsas do 1º trimestre quitadas e conciliadas com a FAEPI (34 ordens bancárias). Próximas parcelas previstas para o 4º mês: Empresa Parcela 02/04 (R$ 27,5k) e EMBRAPII Parcela 02/03 (R$ 103k).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"/>
          <p:cNvSpPr/>
          <p:nvPr/>
        </p:nvSpPr>
        <p:spPr>
          <a:xfrm>
            <a:off x="400028" y="304788"/>
            <a:ext cx="9178329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CRONOGRAMA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5"/>
          <p:cNvSpPr/>
          <p:nvPr/>
        </p:nvSpPr>
        <p:spPr>
          <a:xfrm>
            <a:off x="400028" y="471470"/>
            <a:ext cx="9178329" cy="261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Macro Entregas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5"/>
          <p:cNvSpPr/>
          <p:nvPr/>
        </p:nvSpPr>
        <p:spPr>
          <a:xfrm>
            <a:off x="400028" y="838166"/>
            <a:ext cx="8343935" cy="256108"/>
          </a:xfrm>
          <a:prstGeom prst="rect">
            <a:avLst/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5"/>
          <p:cNvSpPr/>
          <p:nvPr/>
        </p:nvSpPr>
        <p:spPr>
          <a:xfrm>
            <a:off x="476227" y="900079"/>
            <a:ext cx="689114" cy="151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5"/>
          <p:cNvSpPr/>
          <p:nvPr/>
        </p:nvSpPr>
        <p:spPr>
          <a:xfrm>
            <a:off x="1279641" y="900079"/>
            <a:ext cx="3653151" cy="151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Descrição dos Entregáveis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5"/>
          <p:cNvSpPr/>
          <p:nvPr/>
        </p:nvSpPr>
        <p:spPr>
          <a:xfrm>
            <a:off x="4974351" y="900079"/>
            <a:ext cx="665600" cy="151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Início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5"/>
          <p:cNvSpPr/>
          <p:nvPr/>
        </p:nvSpPr>
        <p:spPr>
          <a:xfrm>
            <a:off x="5754251" y="900079"/>
            <a:ext cx="681362" cy="151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Término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5"/>
          <p:cNvSpPr/>
          <p:nvPr/>
        </p:nvSpPr>
        <p:spPr>
          <a:xfrm>
            <a:off x="6530863" y="900079"/>
            <a:ext cx="854168" cy="151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Andamento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5"/>
          <p:cNvSpPr/>
          <p:nvPr/>
        </p:nvSpPr>
        <p:spPr>
          <a:xfrm>
            <a:off x="7518381" y="900079"/>
            <a:ext cx="1188435" cy="151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Status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5"/>
          <p:cNvSpPr/>
          <p:nvPr/>
        </p:nvSpPr>
        <p:spPr>
          <a:xfrm>
            <a:off x="400028" y="1358238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5"/>
          <p:cNvSpPr/>
          <p:nvPr/>
        </p:nvSpPr>
        <p:spPr>
          <a:xfrm>
            <a:off x="476227" y="1160950"/>
            <a:ext cx="689114" cy="152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Macro 01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5"/>
          <p:cNvSpPr/>
          <p:nvPr/>
        </p:nvSpPr>
        <p:spPr>
          <a:xfrm>
            <a:off x="1279641" y="1160950"/>
            <a:ext cx="3653151" cy="152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Planejamento e Gestão do Projeto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5"/>
          <p:cNvSpPr/>
          <p:nvPr/>
        </p:nvSpPr>
        <p:spPr>
          <a:xfrm>
            <a:off x="4974351" y="1160950"/>
            <a:ext cx="665600" cy="152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Fev/2026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5"/>
          <p:cNvSpPr/>
          <p:nvPr/>
        </p:nvSpPr>
        <p:spPr>
          <a:xfrm>
            <a:off x="5754251" y="1160950"/>
            <a:ext cx="681362" cy="152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Dez/2027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5"/>
          <p:cNvSpPr/>
          <p:nvPr/>
        </p:nvSpPr>
        <p:spPr>
          <a:xfrm>
            <a:off x="6530863" y="1160950"/>
            <a:ext cx="854168" cy="152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22%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5"/>
          <p:cNvSpPr/>
          <p:nvPr/>
        </p:nvSpPr>
        <p:spPr>
          <a:xfrm>
            <a:off x="7518379" y="1156984"/>
            <a:ext cx="897439" cy="153427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5"/>
          <p:cNvSpPr/>
          <p:nvPr/>
        </p:nvSpPr>
        <p:spPr>
          <a:xfrm>
            <a:off x="7575529" y="1180796"/>
            <a:ext cx="821239" cy="124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800"/>
              <a:buFont typeface="Arial"/>
              <a:buNone/>
            </a:pPr>
            <a:r>
              <a:rPr lang="en-US" sz="800" b="1" i="0" u="none" strike="noStrike" cap="none" dirty="0">
                <a:solidFill>
                  <a:srgbClr val="E08600"/>
                </a:solidFill>
                <a:latin typeface="Arial"/>
                <a:ea typeface="Arial"/>
                <a:cs typeface="Arial"/>
                <a:sym typeface="Arial"/>
              </a:rPr>
              <a:t>EM ANDAMENTO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5"/>
          <p:cNvSpPr/>
          <p:nvPr/>
        </p:nvSpPr>
        <p:spPr>
          <a:xfrm>
            <a:off x="400028" y="1361545"/>
            <a:ext cx="8343935" cy="26892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5"/>
          <p:cNvSpPr/>
          <p:nvPr/>
        </p:nvSpPr>
        <p:spPr>
          <a:xfrm>
            <a:off x="400028" y="1627162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5"/>
          <p:cNvSpPr/>
          <p:nvPr/>
        </p:nvSpPr>
        <p:spPr>
          <a:xfrm>
            <a:off x="476227" y="1428220"/>
            <a:ext cx="689114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Macro 02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5"/>
          <p:cNvSpPr/>
          <p:nvPr/>
        </p:nvSpPr>
        <p:spPr>
          <a:xfrm>
            <a:off x="1279641" y="1428220"/>
            <a:ext cx="3653151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Desenvolvimento — Análise de Requisitos e Arquitetura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5"/>
          <p:cNvSpPr/>
          <p:nvPr/>
        </p:nvSpPr>
        <p:spPr>
          <a:xfrm>
            <a:off x="4974351" y="1428220"/>
            <a:ext cx="665600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Fev/2026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5"/>
          <p:cNvSpPr/>
          <p:nvPr/>
        </p:nvSpPr>
        <p:spPr>
          <a:xfrm>
            <a:off x="5754251" y="1428220"/>
            <a:ext cx="681362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Mai/2026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5"/>
          <p:cNvSpPr/>
          <p:nvPr/>
        </p:nvSpPr>
        <p:spPr>
          <a:xfrm>
            <a:off x="6530863" y="1428220"/>
            <a:ext cx="854168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5"/>
          <p:cNvSpPr/>
          <p:nvPr/>
        </p:nvSpPr>
        <p:spPr>
          <a:xfrm>
            <a:off x="7518379" y="1425908"/>
            <a:ext cx="691017" cy="153427"/>
          </a:xfrm>
          <a:prstGeom prst="roundRect">
            <a:avLst>
              <a:gd name="adj" fmla="val 50000"/>
            </a:avLst>
          </a:prstGeom>
          <a:solidFill>
            <a:srgbClr val="E7F5E8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5"/>
          <p:cNvSpPr/>
          <p:nvPr/>
        </p:nvSpPr>
        <p:spPr>
          <a:xfrm>
            <a:off x="7575529" y="1449720"/>
            <a:ext cx="614817" cy="124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CONCLUÍDO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5"/>
          <p:cNvSpPr/>
          <p:nvPr/>
        </p:nvSpPr>
        <p:spPr>
          <a:xfrm>
            <a:off x="400028" y="1896086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5"/>
          <p:cNvSpPr/>
          <p:nvPr/>
        </p:nvSpPr>
        <p:spPr>
          <a:xfrm>
            <a:off x="476227" y="1697144"/>
            <a:ext cx="689114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Macro 03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5"/>
          <p:cNvSpPr/>
          <p:nvPr/>
        </p:nvSpPr>
        <p:spPr>
          <a:xfrm>
            <a:off x="1279641" y="1697144"/>
            <a:ext cx="3653151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Desenvolvimento — Motor Preditivo e Dashboards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5"/>
          <p:cNvSpPr/>
          <p:nvPr/>
        </p:nvSpPr>
        <p:spPr>
          <a:xfrm>
            <a:off x="4974351" y="1697144"/>
            <a:ext cx="665600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Jun/2026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5"/>
          <p:cNvSpPr/>
          <p:nvPr/>
        </p:nvSpPr>
        <p:spPr>
          <a:xfrm>
            <a:off x="5754251" y="1697144"/>
            <a:ext cx="681362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Mar/2027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5"/>
          <p:cNvSpPr/>
          <p:nvPr/>
        </p:nvSpPr>
        <p:spPr>
          <a:xfrm>
            <a:off x="6530863" y="1697144"/>
            <a:ext cx="854168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5"/>
          <p:cNvSpPr/>
          <p:nvPr/>
        </p:nvSpPr>
        <p:spPr>
          <a:xfrm>
            <a:off x="7518379" y="1694832"/>
            <a:ext cx="897439" cy="153428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5"/>
          <p:cNvSpPr/>
          <p:nvPr/>
        </p:nvSpPr>
        <p:spPr>
          <a:xfrm>
            <a:off x="7575529" y="1718645"/>
            <a:ext cx="821239" cy="124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800"/>
              <a:buFont typeface="Arial"/>
              <a:buNone/>
            </a:pPr>
            <a:r>
              <a:rPr lang="en-US" sz="800" b="1" i="0" u="none" strike="noStrike" cap="none" dirty="0">
                <a:solidFill>
                  <a:srgbClr val="E08600"/>
                </a:solidFill>
                <a:latin typeface="Arial"/>
                <a:ea typeface="Arial"/>
                <a:cs typeface="Arial"/>
                <a:sym typeface="Arial"/>
              </a:rPr>
              <a:t>EM ANDAMENTO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5"/>
          <p:cNvSpPr/>
          <p:nvPr/>
        </p:nvSpPr>
        <p:spPr>
          <a:xfrm>
            <a:off x="400028" y="1899393"/>
            <a:ext cx="8343935" cy="26892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5"/>
          <p:cNvSpPr/>
          <p:nvPr/>
        </p:nvSpPr>
        <p:spPr>
          <a:xfrm>
            <a:off x="400028" y="2165010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5"/>
          <p:cNvSpPr/>
          <p:nvPr/>
        </p:nvSpPr>
        <p:spPr>
          <a:xfrm>
            <a:off x="476227" y="1966068"/>
            <a:ext cx="689114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Macro 04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5"/>
          <p:cNvSpPr/>
          <p:nvPr/>
        </p:nvSpPr>
        <p:spPr>
          <a:xfrm>
            <a:off x="1279641" y="1966068"/>
            <a:ext cx="3653151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Validação, Testes e Implantação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5"/>
          <p:cNvSpPr/>
          <p:nvPr/>
        </p:nvSpPr>
        <p:spPr>
          <a:xfrm>
            <a:off x="4974351" y="1966068"/>
            <a:ext cx="665600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Abr/2027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5"/>
          <p:cNvSpPr/>
          <p:nvPr/>
        </p:nvSpPr>
        <p:spPr>
          <a:xfrm>
            <a:off x="5754251" y="1966068"/>
            <a:ext cx="681362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Out/2027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5"/>
          <p:cNvSpPr/>
          <p:nvPr/>
        </p:nvSpPr>
        <p:spPr>
          <a:xfrm>
            <a:off x="6530863" y="1966068"/>
            <a:ext cx="854168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9AA4B2"/>
                </a:solidFill>
                <a:latin typeface="Arial"/>
                <a:ea typeface="Arial"/>
                <a:cs typeface="Arial"/>
                <a:sym typeface="Arial"/>
              </a:rPr>
              <a:t>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5"/>
          <p:cNvSpPr/>
          <p:nvPr/>
        </p:nvSpPr>
        <p:spPr>
          <a:xfrm>
            <a:off x="7518379" y="1963756"/>
            <a:ext cx="781012" cy="153428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5"/>
          <p:cNvSpPr/>
          <p:nvPr/>
        </p:nvSpPr>
        <p:spPr>
          <a:xfrm>
            <a:off x="7575529" y="1987569"/>
            <a:ext cx="704812" cy="124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NÃO INICIADO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5"/>
          <p:cNvSpPr/>
          <p:nvPr/>
        </p:nvSpPr>
        <p:spPr>
          <a:xfrm>
            <a:off x="400028" y="2433934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5"/>
          <p:cNvSpPr/>
          <p:nvPr/>
        </p:nvSpPr>
        <p:spPr>
          <a:xfrm>
            <a:off x="476227" y="2234992"/>
            <a:ext cx="689114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Macro 05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5"/>
          <p:cNvSpPr/>
          <p:nvPr/>
        </p:nvSpPr>
        <p:spPr>
          <a:xfrm>
            <a:off x="1279641" y="2234992"/>
            <a:ext cx="3653151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Pesquisa Científica, PI e Resultados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5"/>
          <p:cNvSpPr/>
          <p:nvPr/>
        </p:nvSpPr>
        <p:spPr>
          <a:xfrm>
            <a:off x="4974351" y="2234992"/>
            <a:ext cx="665600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Fev/2026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5"/>
          <p:cNvSpPr/>
          <p:nvPr/>
        </p:nvSpPr>
        <p:spPr>
          <a:xfrm>
            <a:off x="5754251" y="2234992"/>
            <a:ext cx="681362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Dez/2027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5"/>
          <p:cNvSpPr/>
          <p:nvPr/>
        </p:nvSpPr>
        <p:spPr>
          <a:xfrm>
            <a:off x="6530863" y="2234992"/>
            <a:ext cx="854168" cy="15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5"/>
          <p:cNvSpPr/>
          <p:nvPr/>
        </p:nvSpPr>
        <p:spPr>
          <a:xfrm>
            <a:off x="7518379" y="2232680"/>
            <a:ext cx="897439" cy="153428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5"/>
          <p:cNvSpPr/>
          <p:nvPr/>
        </p:nvSpPr>
        <p:spPr>
          <a:xfrm>
            <a:off x="7575529" y="2256493"/>
            <a:ext cx="821239" cy="124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800"/>
              <a:buFont typeface="Arial"/>
              <a:buNone/>
            </a:pPr>
            <a:r>
              <a:rPr lang="en-US" sz="800" b="1" i="0" u="none" strike="noStrike" cap="none" dirty="0">
                <a:solidFill>
                  <a:srgbClr val="E08600"/>
                </a:solidFill>
                <a:latin typeface="Arial"/>
                <a:ea typeface="Arial"/>
                <a:cs typeface="Arial"/>
                <a:sym typeface="Arial"/>
              </a:rPr>
              <a:t>EM ANDAMENTO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5"/>
          <p:cNvSpPr/>
          <p:nvPr/>
        </p:nvSpPr>
        <p:spPr>
          <a:xfrm>
            <a:off x="400028" y="2562712"/>
            <a:ext cx="4124348" cy="686573"/>
          </a:xfrm>
          <a:prstGeom prst="roundRect">
            <a:avLst>
              <a:gd name="adj" fmla="val 8324"/>
            </a:avLst>
          </a:prstGeom>
          <a:solidFill>
            <a:srgbClr val="EAF2E9"/>
          </a:solidFill>
          <a:ln w="132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5"/>
          <p:cNvSpPr/>
          <p:nvPr/>
        </p:nvSpPr>
        <p:spPr>
          <a:xfrm>
            <a:off x="530458" y="2674100"/>
            <a:ext cx="4249834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Macro 02 · Concluída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5"/>
          <p:cNvSpPr/>
          <p:nvPr/>
        </p:nvSpPr>
        <p:spPr>
          <a:xfrm>
            <a:off x="530458" y="2831249"/>
            <a:ext cx="3979390" cy="32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413A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33413A"/>
                </a:solidFill>
                <a:latin typeface="Arial"/>
                <a:ea typeface="Arial"/>
                <a:cs typeface="Arial"/>
                <a:sym typeface="Arial"/>
              </a:rPr>
              <a:t>Documento de Requisitos e arquitetura mantidos como base para as integrações e os testes de agosto.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5"/>
          <p:cNvSpPr/>
          <p:nvPr/>
        </p:nvSpPr>
        <p:spPr>
          <a:xfrm>
            <a:off x="4619614" y="2562712"/>
            <a:ext cx="4124348" cy="686573"/>
          </a:xfrm>
          <a:prstGeom prst="roundRect">
            <a:avLst>
              <a:gd name="adj" fmla="val 8324"/>
            </a:avLst>
          </a:prstGeom>
          <a:solidFill>
            <a:srgbClr val="F7F9FC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5"/>
          <p:cNvSpPr/>
          <p:nvPr/>
        </p:nvSpPr>
        <p:spPr>
          <a:xfrm>
            <a:off x="4750046" y="2674100"/>
            <a:ext cx="4249834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800"/>
              <a:buFont typeface="Arial"/>
              <a:buNone/>
            </a:pPr>
            <a:r>
              <a:rPr lang="en-US" sz="800" b="1" i="0" u="none" strike="noStrike" cap="none" dirty="0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Macro 03 · Em </a:t>
            </a:r>
            <a:r>
              <a:rPr lang="en-US" sz="800" b="1" i="0" u="none" strike="noStrike" cap="none" dirty="0" err="1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avanço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5"/>
          <p:cNvSpPr/>
          <p:nvPr/>
        </p:nvSpPr>
        <p:spPr>
          <a:xfrm>
            <a:off x="4750046" y="2831249"/>
            <a:ext cx="3979390" cy="32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14B59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Motor multiclasse, injeção manual de dados, autenticação e dashboard com dados reais avançaram nas Sprints 13 e 14.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"/>
          <p:cNvSpPr/>
          <p:nvPr/>
        </p:nvSpPr>
        <p:spPr>
          <a:xfrm>
            <a:off x="400028" y="285745"/>
            <a:ext cx="4294087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RESUMO EXECUTIVO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6"/>
          <p:cNvSpPr/>
          <p:nvPr/>
        </p:nvSpPr>
        <p:spPr>
          <a:xfrm>
            <a:off x="400028" y="452427"/>
            <a:ext cx="4294087" cy="261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Destaques do Mês — Agosto / 2026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6"/>
          <p:cNvSpPr/>
          <p:nvPr/>
        </p:nvSpPr>
        <p:spPr>
          <a:xfrm>
            <a:off x="7333299" y="435529"/>
            <a:ext cx="1410663" cy="259778"/>
          </a:xfrm>
          <a:prstGeom prst="roundRect">
            <a:avLst>
              <a:gd name="adj" fmla="val 14666"/>
            </a:avLst>
          </a:prstGeom>
          <a:solidFill>
            <a:srgbClr val="E7F5E8"/>
          </a:solidFill>
          <a:ln w="132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6"/>
          <p:cNvSpPr/>
          <p:nvPr/>
        </p:nvSpPr>
        <p:spPr>
          <a:xfrm>
            <a:off x="7444688" y="527306"/>
            <a:ext cx="76197" cy="76197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6"/>
          <p:cNvSpPr/>
          <p:nvPr/>
        </p:nvSpPr>
        <p:spPr>
          <a:xfrm>
            <a:off x="7578013" y="499272"/>
            <a:ext cx="1160017" cy="1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Status Geral: Verde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6"/>
          <p:cNvSpPr/>
          <p:nvPr/>
        </p:nvSpPr>
        <p:spPr>
          <a:xfrm>
            <a:off x="400027" y="809589"/>
            <a:ext cx="2717819" cy="3299695"/>
          </a:xfrm>
          <a:prstGeom prst="roundRect">
            <a:avLst>
              <a:gd name="adj" fmla="val 2103"/>
            </a:avLst>
          </a:prstGeom>
          <a:solidFill>
            <a:srgbClr val="FFFFFF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6"/>
          <p:cNvSpPr/>
          <p:nvPr/>
        </p:nvSpPr>
        <p:spPr>
          <a:xfrm>
            <a:off x="530459" y="1093861"/>
            <a:ext cx="2456956" cy="13229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6"/>
          <p:cNvSpPr/>
          <p:nvPr/>
        </p:nvSpPr>
        <p:spPr>
          <a:xfrm>
            <a:off x="530459" y="930486"/>
            <a:ext cx="2530665" cy="1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ALINHAMENTO AO PLANO DE TRABALHO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6"/>
          <p:cNvSpPr/>
          <p:nvPr/>
        </p:nvSpPr>
        <p:spPr>
          <a:xfrm>
            <a:off x="558556" y="1183287"/>
            <a:ext cx="2499424" cy="32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lang="en-US" sz="1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Sprint 12: </a:t>
            </a:r>
            <a:r>
              <a:rPr lang="en-US" sz="1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fechamento</a:t>
            </a:r>
            <a:r>
              <a:rPr lang="en-US" sz="1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do </a:t>
            </a:r>
            <a:r>
              <a:rPr lang="en-US" sz="1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ciclo</a:t>
            </a:r>
            <a:r>
              <a:rPr lang="en-US" sz="1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no </a:t>
            </a:r>
            <a:r>
              <a:rPr lang="en-US" sz="1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início</a:t>
            </a:r>
            <a:r>
              <a:rPr lang="en-US" sz="1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agosto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6"/>
          <p:cNvSpPr/>
          <p:nvPr/>
        </p:nvSpPr>
        <p:spPr>
          <a:xfrm>
            <a:off x="558581" y="1761438"/>
            <a:ext cx="2499300" cy="4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76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•"/>
            </a:pPr>
            <a:r>
              <a:rPr lang="en-US" sz="1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Sprint 13: </a:t>
            </a:r>
            <a:r>
              <a:rPr lang="en-US" sz="1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entrega</a:t>
            </a:r>
            <a:r>
              <a:rPr lang="en-US" sz="1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técnica</a:t>
            </a:r>
            <a:r>
              <a:rPr lang="en-US" sz="1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realizada</a:t>
            </a:r>
            <a:r>
              <a:rPr lang="en-US" sz="1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em 18/08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6"/>
          <p:cNvSpPr/>
          <p:nvPr/>
        </p:nvSpPr>
        <p:spPr>
          <a:xfrm>
            <a:off x="546131" y="2492914"/>
            <a:ext cx="2499300" cy="3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76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•"/>
            </a:pPr>
            <a:r>
              <a:rPr lang="en-US" sz="1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Sprint 14: </a:t>
            </a:r>
            <a:r>
              <a:rPr lang="en-US" sz="1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acompanhamento</a:t>
            </a:r>
            <a:r>
              <a:rPr lang="en-US" sz="1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parcial</a:t>
            </a:r>
            <a:r>
              <a:rPr lang="en-US" sz="1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realizado</a:t>
            </a:r>
            <a:r>
              <a:rPr lang="en-US" sz="1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em 25/08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6"/>
          <p:cNvSpPr/>
          <p:nvPr/>
        </p:nvSpPr>
        <p:spPr>
          <a:xfrm>
            <a:off x="3213086" y="809589"/>
            <a:ext cx="2717819" cy="3299695"/>
          </a:xfrm>
          <a:prstGeom prst="roundRect">
            <a:avLst>
              <a:gd name="adj" fmla="val 2103"/>
            </a:avLst>
          </a:prstGeom>
          <a:solidFill>
            <a:srgbClr val="FFFFFF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6"/>
          <p:cNvSpPr/>
          <p:nvPr/>
        </p:nvSpPr>
        <p:spPr>
          <a:xfrm>
            <a:off x="3343517" y="1093861"/>
            <a:ext cx="2456956" cy="13229"/>
          </a:xfrm>
          <a:prstGeom prst="rect">
            <a:avLst/>
          </a:prstGeom>
          <a:solidFill>
            <a:srgbClr val="1DB8C1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6"/>
          <p:cNvSpPr/>
          <p:nvPr/>
        </p:nvSpPr>
        <p:spPr>
          <a:xfrm>
            <a:off x="3343517" y="930486"/>
            <a:ext cx="2530665" cy="1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ENTREGAS TÉCNICAS — SPRINTS 13 E 14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6"/>
          <p:cNvSpPr/>
          <p:nvPr/>
        </p:nvSpPr>
        <p:spPr>
          <a:xfrm>
            <a:off x="3371614" y="1183287"/>
            <a:ext cx="2499424" cy="32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Backend com JWT, API Key e rotas de integração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6"/>
          <p:cNvSpPr/>
          <p:nvPr/>
        </p:nvSpPr>
        <p:spPr>
          <a:xfrm>
            <a:off x="3371614" y="1547063"/>
            <a:ext cx="2499424" cy="32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76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•"/>
            </a:pPr>
            <a:r>
              <a:rPr lang="en-US" sz="11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Injeção manual de leituras, comunicações e incidentes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6"/>
          <p:cNvSpPr/>
          <p:nvPr/>
        </p:nvSpPr>
        <p:spPr>
          <a:xfrm>
            <a:off x="3371614" y="1910840"/>
            <a:ext cx="2499424" cy="32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76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•"/>
            </a:pPr>
            <a:r>
              <a:rPr lang="en-US" sz="1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Frontend </a:t>
            </a:r>
            <a:r>
              <a:rPr lang="en-US" sz="1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conectado</a:t>
            </a:r>
            <a:r>
              <a:rPr lang="en-US" sz="1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ao</a:t>
            </a:r>
            <a:r>
              <a:rPr lang="en-US" sz="11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backend real em 8 endpoints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6"/>
          <p:cNvSpPr/>
          <p:nvPr/>
        </p:nvSpPr>
        <p:spPr>
          <a:xfrm>
            <a:off x="3371614" y="2274616"/>
            <a:ext cx="2499424" cy="32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76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•"/>
            </a:pPr>
            <a:r>
              <a:rPr lang="en-US" sz="11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Zoom semântico e relatórios com dados reais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6"/>
          <p:cNvSpPr/>
          <p:nvPr/>
        </p:nvSpPr>
        <p:spPr>
          <a:xfrm>
            <a:off x="6026144" y="809589"/>
            <a:ext cx="2717818" cy="3299695"/>
          </a:xfrm>
          <a:prstGeom prst="roundRect">
            <a:avLst>
              <a:gd name="adj" fmla="val 2103"/>
            </a:avLst>
          </a:prstGeom>
          <a:solidFill>
            <a:srgbClr val="FFFFFF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6"/>
          <p:cNvSpPr/>
          <p:nvPr/>
        </p:nvSpPr>
        <p:spPr>
          <a:xfrm>
            <a:off x="6156575" y="1093861"/>
            <a:ext cx="2456956" cy="13229"/>
          </a:xfrm>
          <a:prstGeom prst="rect">
            <a:avLst/>
          </a:prstGeom>
          <a:solidFill>
            <a:srgbClr val="F39C34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6"/>
          <p:cNvSpPr/>
          <p:nvPr/>
        </p:nvSpPr>
        <p:spPr>
          <a:xfrm>
            <a:off x="6156575" y="930486"/>
            <a:ext cx="2530665" cy="1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PRODUÇÃO CIENTÍFICA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6"/>
          <p:cNvSpPr/>
          <p:nvPr/>
        </p:nvSpPr>
        <p:spPr>
          <a:xfrm>
            <a:off x="6184673" y="1183287"/>
            <a:ext cx="2499423" cy="32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Apresentação e participação no SEGE 2026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6"/>
          <p:cNvSpPr/>
          <p:nvPr/>
        </p:nvSpPr>
        <p:spPr>
          <a:xfrm>
            <a:off x="6184673" y="1547063"/>
            <a:ext cx="2499423" cy="32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76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•"/>
            </a:pPr>
            <a:r>
              <a:rPr lang="en-US" sz="11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Testes dos agentes e plano de ação do Artigo 04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6"/>
          <p:cNvSpPr/>
          <p:nvPr/>
        </p:nvSpPr>
        <p:spPr>
          <a:xfrm>
            <a:off x="6184673" y="1910840"/>
            <a:ext cx="2499423" cy="32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76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•"/>
            </a:pPr>
            <a:r>
              <a:rPr lang="en-US" sz="11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Ajustes do artigo IECON e aquisição da NBR 16968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6"/>
          <p:cNvSpPr/>
          <p:nvPr/>
        </p:nvSpPr>
        <p:spPr>
          <a:xfrm>
            <a:off x="400028" y="4204524"/>
            <a:ext cx="8343935" cy="510357"/>
          </a:xfrm>
          <a:prstGeom prst="roundRect">
            <a:avLst>
              <a:gd name="adj" fmla="val 11198"/>
            </a:avLst>
          </a:prstGeom>
          <a:solidFill>
            <a:srgbClr val="FFF6E9"/>
          </a:solidFill>
          <a:ln w="13225" cap="flat" cmpd="sng">
            <a:solidFill>
              <a:srgbClr val="F3D6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6"/>
          <p:cNvSpPr/>
          <p:nvPr/>
        </p:nvSpPr>
        <p:spPr>
          <a:xfrm>
            <a:off x="530467" y="4306388"/>
            <a:ext cx="8333374" cy="325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26A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B26A00"/>
                </a:solidFill>
                <a:latin typeface="Arial"/>
                <a:ea typeface="Arial"/>
                <a:cs typeface="Arial"/>
                <a:sym typeface="Arial"/>
              </a:rPr>
              <a:t>Pontos de atenção: MCP indisponível no parcial da Sprint 14; integração do MLflow ainda planejada; parcelas 05 e 07 pendentes. Próximo marco: concluir a Sprint 14.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7"/>
          <p:cNvSpPr/>
          <p:nvPr/>
        </p:nvSpPr>
        <p:spPr>
          <a:xfrm>
            <a:off x="400027" y="367962"/>
            <a:ext cx="660244" cy="195234"/>
          </a:xfrm>
          <a:prstGeom prst="roundRect">
            <a:avLst>
              <a:gd name="adj" fmla="val 19515"/>
            </a:avLst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7"/>
          <p:cNvSpPr/>
          <p:nvPr/>
        </p:nvSpPr>
        <p:spPr>
          <a:xfrm>
            <a:off x="485752" y="406062"/>
            <a:ext cx="526894" cy="13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Front-end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7"/>
          <p:cNvSpPr/>
          <p:nvPr/>
        </p:nvSpPr>
        <p:spPr>
          <a:xfrm>
            <a:off x="1136468" y="285745"/>
            <a:ext cx="3790335" cy="128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4. EVIDÊNCIAS DO DESENVOLVIMENTO DA POC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7"/>
          <p:cNvSpPr/>
          <p:nvPr/>
        </p:nvSpPr>
        <p:spPr>
          <a:xfrm>
            <a:off x="1136468" y="413928"/>
            <a:ext cx="3790335" cy="25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Front-end — Dados Reais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7"/>
          <p:cNvSpPr/>
          <p:nvPr/>
        </p:nvSpPr>
        <p:spPr>
          <a:xfrm>
            <a:off x="400028" y="759721"/>
            <a:ext cx="4515836" cy="138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Atividades executadas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7"/>
          <p:cNvSpPr/>
          <p:nvPr/>
        </p:nvSpPr>
        <p:spPr>
          <a:xfrm>
            <a:off x="424791" y="935912"/>
            <a:ext cx="4200557" cy="343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Integração com o backend real por VPN e proxy.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7"/>
          <p:cNvSpPr/>
          <p:nvPr/>
        </p:nvSpPr>
        <p:spPr>
          <a:xfrm>
            <a:off x="424791" y="1312917"/>
            <a:ext cx="4480594" cy="181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6985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Char char="•"/>
            </a:pPr>
            <a:r>
              <a:rPr lang="en-US" sz="9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Oito endpoints responderam HTTP 200 nas telas auditadas.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7"/>
          <p:cNvSpPr/>
          <p:nvPr/>
        </p:nvSpPr>
        <p:spPr>
          <a:xfrm>
            <a:off x="424791" y="1527607"/>
            <a:ext cx="4480594" cy="181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6985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Char char="•"/>
            </a:pPr>
            <a:r>
              <a:rPr lang="en-US" sz="9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Zoom semântico ajusta o período entre 1h, 6h, 24h, 7d e 30d.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7"/>
          <p:cNvSpPr/>
          <p:nvPr/>
        </p:nvSpPr>
        <p:spPr>
          <a:xfrm>
            <a:off x="400028" y="1785163"/>
            <a:ext cx="4515836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Artefatos / evidências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7"/>
          <p:cNvSpPr/>
          <p:nvPr/>
        </p:nvSpPr>
        <p:spPr>
          <a:xfrm>
            <a:off x="424791" y="1961353"/>
            <a:ext cx="4118641" cy="396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6985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Char char="•"/>
            </a:pPr>
            <a:r>
              <a:rPr lang="en-US" sz="9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Monitoramento e relatórios operam sem dados simulados.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7"/>
          <p:cNvSpPr/>
          <p:nvPr/>
        </p:nvSpPr>
        <p:spPr>
          <a:xfrm>
            <a:off x="400028" y="2433598"/>
            <a:ext cx="4105305" cy="491288"/>
          </a:xfrm>
          <a:prstGeom prst="roundRect">
            <a:avLst>
              <a:gd name="adj" fmla="val 11633"/>
            </a:avLst>
          </a:prstGeom>
          <a:solidFill>
            <a:srgbClr val="EAF2E9"/>
          </a:solidFill>
          <a:ln w="132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7"/>
          <p:cNvSpPr/>
          <p:nvPr/>
        </p:nvSpPr>
        <p:spPr>
          <a:xfrm>
            <a:off x="511417" y="2525938"/>
            <a:ext cx="4005685" cy="325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Resultado técnico: interface integrada, com navegação temporal e relatórios consolidados.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7"/>
          <p:cNvSpPr/>
          <p:nvPr/>
        </p:nvSpPr>
        <p:spPr>
          <a:xfrm>
            <a:off x="4638658" y="759721"/>
            <a:ext cx="4105305" cy="1944248"/>
          </a:xfrm>
          <a:prstGeom prst="roundRect">
            <a:avLst>
              <a:gd name="adj" fmla="val 2939"/>
            </a:avLst>
          </a:prstGeom>
          <a:solidFill>
            <a:srgbClr val="F7F9FC"/>
          </a:solidFill>
          <a:ln w="16525" cap="flat" cmpd="sng">
            <a:solidFill>
              <a:srgbClr val="C3CCDA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7"/>
          <p:cNvSpPr/>
          <p:nvPr/>
        </p:nvSpPr>
        <p:spPr>
          <a:xfrm>
            <a:off x="5808172" y="1601995"/>
            <a:ext cx="1942874" cy="141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ourier New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7"/>
          <p:cNvSpPr/>
          <p:nvPr/>
        </p:nvSpPr>
        <p:spPr>
          <a:xfrm>
            <a:off x="5788096" y="1762450"/>
            <a:ext cx="1987042" cy="118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700"/>
              <a:buFont typeface="Courier New"/>
              <a:buNone/>
            </a:pP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7"/>
          <p:cNvSpPr/>
          <p:nvPr/>
        </p:nvSpPr>
        <p:spPr>
          <a:xfrm>
            <a:off x="4638658" y="2770632"/>
            <a:ext cx="4105305" cy="1944248"/>
          </a:xfrm>
          <a:prstGeom prst="roundRect">
            <a:avLst>
              <a:gd name="adj" fmla="val 2939"/>
            </a:avLst>
          </a:prstGeom>
          <a:solidFill>
            <a:srgbClr val="F1F8E9"/>
          </a:solidFill>
          <a:ln w="16525" cap="flat" cmpd="sng">
            <a:solidFill>
              <a:srgbClr val="9BC3A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7"/>
          <p:cNvSpPr/>
          <p:nvPr/>
        </p:nvSpPr>
        <p:spPr>
          <a:xfrm>
            <a:off x="5587411" y="3612906"/>
            <a:ext cx="2428578" cy="141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7A3F"/>
              </a:buClr>
              <a:buSzPts val="800"/>
              <a:buFont typeface="Courier New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7"/>
          <p:cNvSpPr/>
          <p:nvPr/>
        </p:nvSpPr>
        <p:spPr>
          <a:xfrm>
            <a:off x="6046168" y="3773361"/>
            <a:ext cx="1419311" cy="118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A06F"/>
              </a:buClr>
              <a:buSzPts val="700"/>
              <a:buFont typeface="Courier New"/>
              <a:buNone/>
            </a:pP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6" name="Google Shape;526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00000" y="1000000"/>
            <a:ext cx="4000000" cy="21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00000" y="3200000"/>
            <a:ext cx="4000000" cy="21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8"/>
          <p:cNvSpPr/>
          <p:nvPr/>
        </p:nvSpPr>
        <p:spPr>
          <a:xfrm>
            <a:off x="400028" y="367962"/>
            <a:ext cx="643062" cy="195234"/>
          </a:xfrm>
          <a:prstGeom prst="roundRect">
            <a:avLst>
              <a:gd name="adj" fmla="val 19515"/>
            </a:avLst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8"/>
          <p:cNvSpPr/>
          <p:nvPr/>
        </p:nvSpPr>
        <p:spPr>
          <a:xfrm>
            <a:off x="485753" y="406062"/>
            <a:ext cx="509712" cy="13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Back-end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8"/>
          <p:cNvSpPr/>
          <p:nvPr/>
        </p:nvSpPr>
        <p:spPr>
          <a:xfrm>
            <a:off x="1119286" y="285745"/>
            <a:ext cx="3447934" cy="128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4. EVIDÊNCIAS DO DESENVOLVIMENTO DA POC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8"/>
          <p:cNvSpPr/>
          <p:nvPr/>
        </p:nvSpPr>
        <p:spPr>
          <a:xfrm>
            <a:off x="1119286" y="413928"/>
            <a:ext cx="3447934" cy="25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Back-end — Segurança e Ingestão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8"/>
          <p:cNvSpPr/>
          <p:nvPr/>
        </p:nvSpPr>
        <p:spPr>
          <a:xfrm>
            <a:off x="400028" y="759721"/>
            <a:ext cx="4515836" cy="138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Atividades executadas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8"/>
          <p:cNvSpPr/>
          <p:nvPr/>
        </p:nvSpPr>
        <p:spPr>
          <a:xfrm>
            <a:off x="424791" y="935912"/>
            <a:ext cx="4200557" cy="343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Refatoração das rotas de alertas e RAG para integração com os agentes.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8"/>
          <p:cNvSpPr/>
          <p:nvPr/>
        </p:nvSpPr>
        <p:spPr>
          <a:xfrm>
            <a:off x="424791" y="1312917"/>
            <a:ext cx="4200557" cy="343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6985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Char char="•"/>
            </a:pPr>
            <a:r>
              <a:rPr lang="en-US" sz="9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Autenticação por API Key e login JWT nos serviços.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8"/>
          <p:cNvSpPr/>
          <p:nvPr/>
        </p:nvSpPr>
        <p:spPr>
          <a:xfrm>
            <a:off x="424791" y="1689922"/>
            <a:ext cx="4200557" cy="343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Interface para ingestão manual de leituras, comunicações e incidentes.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8"/>
          <p:cNvSpPr/>
          <p:nvPr/>
        </p:nvSpPr>
        <p:spPr>
          <a:xfrm>
            <a:off x="424791" y="2066928"/>
            <a:ext cx="4480594" cy="181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6985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Char char="•"/>
            </a:pPr>
            <a:r>
              <a:rPr lang="en-US" sz="9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Lotes configuráveis e validação das respostas via Swagger.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8"/>
          <p:cNvSpPr/>
          <p:nvPr/>
        </p:nvSpPr>
        <p:spPr>
          <a:xfrm>
            <a:off x="400028" y="2314949"/>
            <a:ext cx="4105305" cy="644612"/>
          </a:xfrm>
          <a:prstGeom prst="roundRect">
            <a:avLst>
              <a:gd name="adj" fmla="val 8866"/>
            </a:avLst>
          </a:prstGeom>
          <a:solidFill>
            <a:srgbClr val="FFF6E9"/>
          </a:solidFill>
          <a:ln w="13225" cap="flat" cmpd="sng">
            <a:solidFill>
              <a:srgbClr val="F3D6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8"/>
          <p:cNvSpPr/>
          <p:nvPr/>
        </p:nvSpPr>
        <p:spPr>
          <a:xfrm>
            <a:off x="511417" y="2407288"/>
            <a:ext cx="4005685" cy="478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26A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B26A00"/>
                </a:solidFill>
                <a:latin typeface="Arial"/>
                <a:ea typeface="Arial"/>
                <a:cs typeface="Arial"/>
                <a:sym typeface="Arial"/>
              </a:rPr>
              <a:t>Próximo passo: concluir a integração com MCP e frontend.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8"/>
          <p:cNvSpPr/>
          <p:nvPr/>
        </p:nvSpPr>
        <p:spPr>
          <a:xfrm>
            <a:off x="4638658" y="759721"/>
            <a:ext cx="4515836" cy="138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Artefatos / evidências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8"/>
          <p:cNvSpPr/>
          <p:nvPr/>
        </p:nvSpPr>
        <p:spPr>
          <a:xfrm>
            <a:off x="4663421" y="935912"/>
            <a:ext cx="4118641" cy="610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6985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Char char="•"/>
            </a:pPr>
            <a:r>
              <a:rPr lang="en-US" sz="9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Evidência: cadastro manual e respostas autenticadas.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8"/>
          <p:cNvSpPr/>
          <p:nvPr/>
        </p:nvSpPr>
        <p:spPr>
          <a:xfrm>
            <a:off x="4638658" y="1613313"/>
            <a:ext cx="4105305" cy="797936"/>
          </a:xfrm>
          <a:prstGeom prst="roundRect">
            <a:avLst>
              <a:gd name="adj" fmla="val 7162"/>
            </a:avLst>
          </a:prstGeom>
          <a:solidFill>
            <a:srgbClr val="EAF2E9"/>
          </a:solidFill>
          <a:ln w="132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8"/>
          <p:cNvSpPr/>
          <p:nvPr/>
        </p:nvSpPr>
        <p:spPr>
          <a:xfrm>
            <a:off x="4750047" y="1705652"/>
            <a:ext cx="4005685" cy="632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Resultado técnico: backend protegido e preparado para dados reais e incidentes.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8" name="Google Shape;548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00000" y="1150000"/>
            <a:ext cx="4000000" cy="30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9"/>
          <p:cNvSpPr/>
          <p:nvPr/>
        </p:nvSpPr>
        <p:spPr>
          <a:xfrm>
            <a:off x="400027" y="367962"/>
            <a:ext cx="547796" cy="195234"/>
          </a:xfrm>
          <a:prstGeom prst="roundRect">
            <a:avLst>
              <a:gd name="adj" fmla="val 19515"/>
            </a:avLst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9"/>
          <p:cNvSpPr/>
          <p:nvPr/>
        </p:nvSpPr>
        <p:spPr>
          <a:xfrm>
            <a:off x="485752" y="406062"/>
            <a:ext cx="414446" cy="13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ML / DL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9"/>
          <p:cNvSpPr/>
          <p:nvPr/>
        </p:nvSpPr>
        <p:spPr>
          <a:xfrm>
            <a:off x="1024020" y="285745"/>
            <a:ext cx="3182899" cy="128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4. EVIDÊNCIAS DO DESENVOLVIMENTO DA POC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9"/>
          <p:cNvSpPr/>
          <p:nvPr/>
        </p:nvSpPr>
        <p:spPr>
          <a:xfrm>
            <a:off x="1024020" y="413928"/>
            <a:ext cx="3182899" cy="25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IA / ML — Análise de Dados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9"/>
          <p:cNvSpPr/>
          <p:nvPr/>
        </p:nvSpPr>
        <p:spPr>
          <a:xfrm>
            <a:off x="400028" y="759721"/>
            <a:ext cx="2711463" cy="3340029"/>
          </a:xfrm>
          <a:prstGeom prst="roundRect">
            <a:avLst>
              <a:gd name="adj" fmla="val 2108"/>
            </a:avLst>
          </a:prstGeom>
          <a:solidFill>
            <a:srgbClr val="F7F9FC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9"/>
          <p:cNvSpPr/>
          <p:nvPr/>
        </p:nvSpPr>
        <p:spPr>
          <a:xfrm>
            <a:off x="530458" y="880618"/>
            <a:ext cx="2695660" cy="13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9"/>
          <p:cNvSpPr/>
          <p:nvPr/>
        </p:nvSpPr>
        <p:spPr>
          <a:xfrm>
            <a:off x="549022" y="1072570"/>
            <a:ext cx="2502697" cy="32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Análise dos dados sintéticos e inclusão de variáveis meteorológicas.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9"/>
          <p:cNvSpPr/>
          <p:nvPr/>
        </p:nvSpPr>
        <p:spPr>
          <a:xfrm>
            <a:off x="549022" y="1436347"/>
            <a:ext cx="2667573" cy="17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76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Char char="•"/>
            </a:pPr>
            <a:r>
              <a:rPr lang="en-US" sz="9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Matriz de correlação usada para avaliar relações entre medições e incidentes.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9"/>
          <p:cNvSpPr/>
          <p:nvPr/>
        </p:nvSpPr>
        <p:spPr>
          <a:xfrm>
            <a:off x="549022" y="1646799"/>
            <a:ext cx="2667573" cy="17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76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Char char="•"/>
            </a:pPr>
            <a:r>
              <a:rPr lang="en-US" sz="9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Modelo multiclasse alinhado aos contratos do backend.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9"/>
          <p:cNvSpPr/>
          <p:nvPr/>
        </p:nvSpPr>
        <p:spPr>
          <a:xfrm>
            <a:off x="3216263" y="759721"/>
            <a:ext cx="2711462" cy="3340029"/>
          </a:xfrm>
          <a:prstGeom prst="roundRect">
            <a:avLst>
              <a:gd name="adj" fmla="val 2108"/>
            </a:avLst>
          </a:prstGeom>
          <a:solidFill>
            <a:srgbClr val="F7F9FC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9"/>
          <p:cNvSpPr/>
          <p:nvPr/>
        </p:nvSpPr>
        <p:spPr>
          <a:xfrm>
            <a:off x="3346695" y="880618"/>
            <a:ext cx="2695660" cy="13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9"/>
          <p:cNvSpPr/>
          <p:nvPr/>
        </p:nvSpPr>
        <p:spPr>
          <a:xfrm>
            <a:off x="3365258" y="1072570"/>
            <a:ext cx="2502697" cy="32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190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9"/>
          <p:cNvSpPr/>
          <p:nvPr/>
        </p:nvSpPr>
        <p:spPr>
          <a:xfrm>
            <a:off x="3365258" y="1436347"/>
            <a:ext cx="2667573" cy="17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9"/>
          <p:cNvSpPr/>
          <p:nvPr/>
        </p:nvSpPr>
        <p:spPr>
          <a:xfrm>
            <a:off x="3365258" y="1646799"/>
            <a:ext cx="2667573" cy="17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190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9"/>
          <p:cNvSpPr/>
          <p:nvPr/>
        </p:nvSpPr>
        <p:spPr>
          <a:xfrm>
            <a:off x="6032500" y="759721"/>
            <a:ext cx="2711463" cy="3340029"/>
          </a:xfrm>
          <a:prstGeom prst="roundRect">
            <a:avLst>
              <a:gd name="adj" fmla="val 2108"/>
            </a:avLst>
          </a:prstGeom>
          <a:solidFill>
            <a:srgbClr val="F7F9FC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9"/>
          <p:cNvSpPr/>
          <p:nvPr/>
        </p:nvSpPr>
        <p:spPr>
          <a:xfrm>
            <a:off x="6162931" y="880618"/>
            <a:ext cx="2695660" cy="13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9"/>
          <p:cNvSpPr/>
          <p:nvPr/>
        </p:nvSpPr>
        <p:spPr>
          <a:xfrm>
            <a:off x="6181494" y="1072570"/>
            <a:ext cx="2502697" cy="32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9"/>
          <p:cNvSpPr/>
          <p:nvPr/>
        </p:nvSpPr>
        <p:spPr>
          <a:xfrm>
            <a:off x="6181494" y="1436347"/>
            <a:ext cx="2667573" cy="17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190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9"/>
          <p:cNvSpPr/>
          <p:nvPr/>
        </p:nvSpPr>
        <p:spPr>
          <a:xfrm>
            <a:off x="400028" y="4204524"/>
            <a:ext cx="8343935" cy="510357"/>
          </a:xfrm>
          <a:prstGeom prst="roundRect">
            <a:avLst>
              <a:gd name="adj" fmla="val 11198"/>
            </a:avLst>
          </a:prstGeom>
          <a:solidFill>
            <a:srgbClr val="EAF2E9"/>
          </a:solidFill>
          <a:ln w="132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9"/>
          <p:cNvSpPr/>
          <p:nvPr/>
        </p:nvSpPr>
        <p:spPr>
          <a:xfrm>
            <a:off x="530467" y="4306388"/>
            <a:ext cx="8333374" cy="325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Resultado técnico: análise passou a considerar clima e novas referências para os próximos testes.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4" name="Google Shape;574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50000" y="1150000"/>
            <a:ext cx="3950000" cy="29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0"/>
          <p:cNvSpPr/>
          <p:nvPr/>
        </p:nvSpPr>
        <p:spPr>
          <a:xfrm>
            <a:off x="400027" y="367962"/>
            <a:ext cx="870050" cy="195234"/>
          </a:xfrm>
          <a:prstGeom prst="roundRect">
            <a:avLst>
              <a:gd name="adj" fmla="val 19515"/>
            </a:avLst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10"/>
          <p:cNvSpPr/>
          <p:nvPr/>
        </p:nvSpPr>
        <p:spPr>
          <a:xfrm>
            <a:off x="485753" y="406062"/>
            <a:ext cx="736700" cy="13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Agentes de IA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0"/>
          <p:cNvSpPr/>
          <p:nvPr/>
        </p:nvSpPr>
        <p:spPr>
          <a:xfrm>
            <a:off x="1346275" y="285745"/>
            <a:ext cx="3733604" cy="128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4. EVIDÊNCIAS DO DESENVOLVIMENTO DA POC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0"/>
          <p:cNvSpPr/>
          <p:nvPr/>
        </p:nvSpPr>
        <p:spPr>
          <a:xfrm>
            <a:off x="1346275" y="413928"/>
            <a:ext cx="3733604" cy="25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Agentes de IA — Testes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0"/>
          <p:cNvSpPr/>
          <p:nvPr/>
        </p:nvSpPr>
        <p:spPr>
          <a:xfrm>
            <a:off x="400028" y="759721"/>
            <a:ext cx="4515836" cy="138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800"/>
              <a:buFont typeface="Arial"/>
              <a:buNone/>
            </a:pPr>
            <a:r>
              <a:rPr lang="en-US" sz="10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Atividades executadas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0"/>
          <p:cNvSpPr/>
          <p:nvPr/>
        </p:nvSpPr>
        <p:spPr>
          <a:xfrm>
            <a:off x="424791" y="1228212"/>
            <a:ext cx="4200600" cy="3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Ajustes das métricas dos agentes para o artigo.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0"/>
          <p:cNvSpPr/>
          <p:nvPr/>
        </p:nvSpPr>
        <p:spPr>
          <a:xfrm>
            <a:off x="424791" y="1760317"/>
            <a:ext cx="4200600" cy="3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7620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•"/>
            </a:pPr>
            <a:r>
              <a:rPr lang="en-US" sz="11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Plano de ação para testes e validação dos modelos.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0"/>
          <p:cNvSpPr/>
          <p:nvPr/>
        </p:nvSpPr>
        <p:spPr>
          <a:xfrm>
            <a:off x="426304" y="2256048"/>
            <a:ext cx="4200600" cy="3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Avaliação das respostas e análise dos prompts dinâmicos.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0"/>
          <p:cNvSpPr/>
          <p:nvPr/>
        </p:nvSpPr>
        <p:spPr>
          <a:xfrm>
            <a:off x="412413" y="2751896"/>
            <a:ext cx="4105200" cy="736800"/>
          </a:xfrm>
          <a:prstGeom prst="roundRect">
            <a:avLst>
              <a:gd name="adj" fmla="val 11633"/>
            </a:avLst>
          </a:prstGeom>
          <a:solidFill>
            <a:srgbClr val="EAF2E9"/>
          </a:solidFill>
          <a:ln w="132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10"/>
          <p:cNvSpPr/>
          <p:nvPr/>
        </p:nvSpPr>
        <p:spPr>
          <a:xfrm>
            <a:off x="523804" y="2844249"/>
            <a:ext cx="4005600" cy="3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Resultado técnico: metodologia de testes organizada para o Artigo 04.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0"/>
          <p:cNvSpPr/>
          <p:nvPr/>
        </p:nvSpPr>
        <p:spPr>
          <a:xfrm>
            <a:off x="4638658" y="759721"/>
            <a:ext cx="4515836" cy="138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Evidência — alinhamento do Artigo 04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0"/>
          <p:cNvSpPr/>
          <p:nvPr/>
        </p:nvSpPr>
        <p:spPr>
          <a:xfrm>
            <a:off x="4638658" y="935912"/>
            <a:ext cx="4105305" cy="3778968"/>
          </a:xfrm>
          <a:prstGeom prst="roundRect">
            <a:avLst>
              <a:gd name="adj" fmla="val 1512"/>
            </a:avLst>
          </a:prstGeom>
          <a:solidFill>
            <a:srgbClr val="F7F9FC"/>
          </a:solidFill>
          <a:ln w="16525" cap="flat" cmpd="sng">
            <a:solidFill>
              <a:srgbClr val="C3CCDA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10"/>
          <p:cNvSpPr/>
          <p:nvPr/>
        </p:nvSpPr>
        <p:spPr>
          <a:xfrm>
            <a:off x="5587411" y="2695546"/>
            <a:ext cx="2428578" cy="141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ourier New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0"/>
          <p:cNvSpPr/>
          <p:nvPr/>
        </p:nvSpPr>
        <p:spPr>
          <a:xfrm>
            <a:off x="5865533" y="2856002"/>
            <a:ext cx="1816708" cy="118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4B2"/>
              </a:buClr>
              <a:buSzPts val="700"/>
              <a:buFont typeface="Courier New"/>
              <a:buNone/>
            </a:pP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0"/>
          <p:cNvSpPr/>
          <p:nvPr/>
        </p:nvSpPr>
        <p:spPr>
          <a:xfrm>
            <a:off x="4700000" y="1200000"/>
            <a:ext cx="4000000" cy="3000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1"/>
          <p:cNvSpPr/>
          <p:nvPr/>
        </p:nvSpPr>
        <p:spPr>
          <a:xfrm>
            <a:off x="400027" y="367962"/>
            <a:ext cx="567407" cy="195234"/>
          </a:xfrm>
          <a:prstGeom prst="roundRect">
            <a:avLst>
              <a:gd name="adj" fmla="val 19515"/>
            </a:avLst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11"/>
          <p:cNvSpPr/>
          <p:nvPr/>
        </p:nvSpPr>
        <p:spPr>
          <a:xfrm>
            <a:off x="485753" y="406062"/>
            <a:ext cx="434057" cy="13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DevOps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1"/>
          <p:cNvSpPr/>
          <p:nvPr/>
        </p:nvSpPr>
        <p:spPr>
          <a:xfrm>
            <a:off x="1043631" y="285745"/>
            <a:ext cx="4071486" cy="128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11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4. EVIDÊNCIAS DO DESENVOLVIMENTO DA POC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1"/>
          <p:cNvSpPr/>
          <p:nvPr/>
        </p:nvSpPr>
        <p:spPr>
          <a:xfrm>
            <a:off x="1043631" y="413928"/>
            <a:ext cx="4071486" cy="25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600"/>
              <a:buFont typeface="Arial"/>
              <a:buNone/>
            </a:pPr>
            <a:r>
              <a:rPr lang="en-US" sz="11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DevOps — CPD e Monitoramento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1"/>
          <p:cNvSpPr/>
          <p:nvPr/>
        </p:nvSpPr>
        <p:spPr>
          <a:xfrm>
            <a:off x="400028" y="759721"/>
            <a:ext cx="4515836" cy="138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800"/>
              <a:buFont typeface="Arial"/>
              <a:buNone/>
            </a:pPr>
            <a:r>
              <a:rPr lang="en-US" sz="11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Atividades de agosto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1"/>
          <p:cNvSpPr/>
          <p:nvPr/>
        </p:nvSpPr>
        <p:spPr>
          <a:xfrm>
            <a:off x="400028" y="954981"/>
            <a:ext cx="4105305" cy="246549"/>
          </a:xfrm>
          <a:prstGeom prst="rect">
            <a:avLst/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11"/>
          <p:cNvSpPr/>
          <p:nvPr/>
        </p:nvSpPr>
        <p:spPr>
          <a:xfrm>
            <a:off x="476228" y="1012131"/>
            <a:ext cx="1808792" cy="15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Frente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1"/>
          <p:cNvSpPr/>
          <p:nvPr/>
        </p:nvSpPr>
        <p:spPr>
          <a:xfrm>
            <a:off x="2342197" y="1012131"/>
            <a:ext cx="982790" cy="15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Resultado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1"/>
          <p:cNvSpPr/>
          <p:nvPr/>
        </p:nvSpPr>
        <p:spPr>
          <a:xfrm>
            <a:off x="3439288" y="1012131"/>
            <a:ext cx="989845" cy="15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Situação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1"/>
          <p:cNvSpPr/>
          <p:nvPr/>
        </p:nvSpPr>
        <p:spPr>
          <a:xfrm>
            <a:off x="400028" y="1446424"/>
            <a:ext cx="410530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11"/>
          <p:cNvSpPr/>
          <p:nvPr/>
        </p:nvSpPr>
        <p:spPr>
          <a:xfrm>
            <a:off x="476228" y="1258679"/>
            <a:ext cx="1808792" cy="152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CPD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1"/>
          <p:cNvSpPr/>
          <p:nvPr/>
        </p:nvSpPr>
        <p:spPr>
          <a:xfrm>
            <a:off x="2342197" y="1258679"/>
            <a:ext cx="982790" cy="152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Migração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1"/>
          <p:cNvSpPr/>
          <p:nvPr/>
        </p:nvSpPr>
        <p:spPr>
          <a:xfrm>
            <a:off x="3439288" y="1258679"/>
            <a:ext cx="989845" cy="152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Finalizada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1"/>
          <p:cNvSpPr/>
          <p:nvPr/>
        </p:nvSpPr>
        <p:spPr>
          <a:xfrm>
            <a:off x="400028" y="1449731"/>
            <a:ext cx="4105305" cy="249856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11"/>
          <p:cNvSpPr/>
          <p:nvPr/>
        </p:nvSpPr>
        <p:spPr>
          <a:xfrm>
            <a:off x="400028" y="1696279"/>
            <a:ext cx="410530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11"/>
          <p:cNvSpPr/>
          <p:nvPr/>
        </p:nvSpPr>
        <p:spPr>
          <a:xfrm>
            <a:off x="476228" y="1506881"/>
            <a:ext cx="1808792" cy="154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Métricas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1"/>
          <p:cNvSpPr/>
          <p:nvPr/>
        </p:nvSpPr>
        <p:spPr>
          <a:xfrm>
            <a:off x="2342197" y="1506881"/>
            <a:ext cx="982790" cy="154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Template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1"/>
          <p:cNvSpPr/>
          <p:nvPr/>
        </p:nvSpPr>
        <p:spPr>
          <a:xfrm>
            <a:off x="3439288" y="1506881"/>
            <a:ext cx="989845" cy="154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Artigo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1"/>
          <p:cNvSpPr/>
          <p:nvPr/>
        </p:nvSpPr>
        <p:spPr>
          <a:xfrm>
            <a:off x="400028" y="1946135"/>
            <a:ext cx="410530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11"/>
          <p:cNvSpPr/>
          <p:nvPr/>
        </p:nvSpPr>
        <p:spPr>
          <a:xfrm>
            <a:off x="476228" y="1756736"/>
            <a:ext cx="1808792" cy="154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Alertas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1"/>
          <p:cNvSpPr/>
          <p:nvPr/>
        </p:nvSpPr>
        <p:spPr>
          <a:xfrm>
            <a:off x="2342197" y="1756736"/>
            <a:ext cx="982790" cy="154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Telegram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1"/>
          <p:cNvSpPr/>
          <p:nvPr/>
        </p:nvSpPr>
        <p:spPr>
          <a:xfrm>
            <a:off x="3439288" y="1756736"/>
            <a:ext cx="989845" cy="154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9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Em </a:t>
            </a:r>
            <a:r>
              <a:rPr lang="en-US" sz="1100" b="1" i="0" u="none" strike="noStrike" cap="none" dirty="0" err="1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andamento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1"/>
          <p:cNvSpPr/>
          <p:nvPr/>
        </p:nvSpPr>
        <p:spPr>
          <a:xfrm>
            <a:off x="400028" y="2046335"/>
            <a:ext cx="4515836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800"/>
              <a:buFont typeface="Arial"/>
              <a:buNone/>
            </a:pPr>
            <a:r>
              <a:rPr lang="en-US" sz="11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Atividades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1"/>
          <p:cNvSpPr/>
          <p:nvPr/>
        </p:nvSpPr>
        <p:spPr>
          <a:xfrm>
            <a:off x="428125" y="2213017"/>
            <a:ext cx="4115307" cy="368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76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•"/>
            </a:pPr>
            <a:r>
              <a:rPr lang="en-US" sz="11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Coleta de VRAM, energia e temperatura; notificação de incidentes via Telegram; sincronização de backups por rsync.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1"/>
          <p:cNvSpPr/>
          <p:nvPr/>
        </p:nvSpPr>
        <p:spPr>
          <a:xfrm>
            <a:off x="4638658" y="759721"/>
            <a:ext cx="4515836" cy="138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800"/>
              <a:buFont typeface="Arial"/>
              <a:buNone/>
            </a:pPr>
            <a:r>
              <a:rPr lang="en-US" sz="11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Evidência operacional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1"/>
          <p:cNvSpPr/>
          <p:nvPr/>
        </p:nvSpPr>
        <p:spPr>
          <a:xfrm>
            <a:off x="4638658" y="964489"/>
            <a:ext cx="4105305" cy="691328"/>
          </a:xfrm>
          <a:prstGeom prst="roundRect">
            <a:avLst>
              <a:gd name="adj" fmla="val 8267"/>
            </a:avLst>
          </a:prstGeom>
          <a:solidFill>
            <a:srgbClr val="FFF6E9"/>
          </a:solidFill>
          <a:ln w="13225" cap="flat" cmpd="sng">
            <a:solidFill>
              <a:srgbClr val="F3D6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11"/>
          <p:cNvSpPr/>
          <p:nvPr/>
        </p:nvSpPr>
        <p:spPr>
          <a:xfrm>
            <a:off x="4778597" y="1094920"/>
            <a:ext cx="4207968" cy="285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6A00"/>
              </a:buClr>
              <a:buSzPts val="2100"/>
              <a:buFont typeface="Arial"/>
              <a:buNone/>
            </a:pPr>
            <a:r>
              <a:rPr lang="en-US" sz="1100" b="1" i="0" u="none" strike="noStrike" cap="none">
                <a:solidFill>
                  <a:srgbClr val="B26A00"/>
                </a:solidFill>
                <a:latin typeface="Arial"/>
                <a:ea typeface="Arial"/>
                <a:cs typeface="Arial"/>
                <a:sym typeface="Arial"/>
              </a:rPr>
              <a:t>CPD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1"/>
          <p:cNvSpPr/>
          <p:nvPr/>
        </p:nvSpPr>
        <p:spPr>
          <a:xfrm>
            <a:off x="4778597" y="1399708"/>
            <a:ext cx="4207968" cy="144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5F2E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rgbClr val="7A5F2E"/>
                </a:solidFill>
                <a:latin typeface="Arial"/>
                <a:ea typeface="Arial"/>
                <a:cs typeface="Arial"/>
                <a:sym typeface="Arial"/>
              </a:rPr>
              <a:t>migração concluída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1"/>
          <p:cNvSpPr/>
          <p:nvPr/>
        </p:nvSpPr>
        <p:spPr>
          <a:xfrm>
            <a:off x="4638658" y="1741522"/>
            <a:ext cx="4105305" cy="691327"/>
          </a:xfrm>
          <a:prstGeom prst="roundRect">
            <a:avLst>
              <a:gd name="adj" fmla="val 8267"/>
            </a:avLst>
          </a:prstGeom>
          <a:solidFill>
            <a:srgbClr val="FFF6E9"/>
          </a:solidFill>
          <a:ln w="13225" cap="flat" cmpd="sng">
            <a:solidFill>
              <a:srgbClr val="F3D6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11"/>
          <p:cNvSpPr/>
          <p:nvPr/>
        </p:nvSpPr>
        <p:spPr>
          <a:xfrm>
            <a:off x="4778597" y="1871953"/>
            <a:ext cx="4207968" cy="285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6A00"/>
              </a:buClr>
              <a:buSzPts val="2100"/>
              <a:buFont typeface="Arial"/>
              <a:buNone/>
            </a:pPr>
            <a:r>
              <a:rPr lang="en-US" sz="1100" b="1" i="0" u="none" strike="noStrike" cap="none">
                <a:solidFill>
                  <a:srgbClr val="B26A00"/>
                </a:solidFill>
                <a:latin typeface="Arial"/>
                <a:ea typeface="Arial"/>
                <a:cs typeface="Arial"/>
                <a:sym typeface="Arial"/>
              </a:rPr>
              <a:t>API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1"/>
          <p:cNvSpPr/>
          <p:nvPr/>
        </p:nvSpPr>
        <p:spPr>
          <a:xfrm>
            <a:off x="4778597" y="2176741"/>
            <a:ext cx="4207968" cy="144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5F2E"/>
              </a:buClr>
              <a:buSzPts val="900"/>
              <a:buFont typeface="Arial"/>
              <a:buNone/>
            </a:pPr>
            <a:r>
              <a:rPr lang="en-US" sz="1100" b="0" i="0" u="none" strike="noStrike" cap="none" dirty="0" err="1">
                <a:solidFill>
                  <a:srgbClr val="7A5F2E"/>
                </a:solidFill>
                <a:latin typeface="Arial"/>
                <a:ea typeface="Arial"/>
                <a:cs typeface="Arial"/>
                <a:sym typeface="Arial"/>
              </a:rPr>
              <a:t>alertas</a:t>
            </a:r>
            <a:r>
              <a:rPr lang="en-US" sz="1100" b="0" i="0" u="none" strike="noStrike" cap="none" dirty="0">
                <a:solidFill>
                  <a:srgbClr val="7A5F2E"/>
                </a:solidFill>
                <a:latin typeface="Arial"/>
                <a:ea typeface="Arial"/>
                <a:cs typeface="Arial"/>
                <a:sym typeface="Arial"/>
              </a:rPr>
              <a:t> em </a:t>
            </a:r>
            <a:r>
              <a:rPr lang="en-US" sz="1100" b="0" i="0" u="none" strike="noStrike" cap="none" dirty="0" err="1">
                <a:solidFill>
                  <a:srgbClr val="7A5F2E"/>
                </a:solidFill>
                <a:latin typeface="Arial"/>
                <a:ea typeface="Arial"/>
                <a:cs typeface="Arial"/>
                <a:sym typeface="Arial"/>
              </a:rPr>
              <a:t>preparação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1"/>
          <p:cNvSpPr/>
          <p:nvPr/>
        </p:nvSpPr>
        <p:spPr>
          <a:xfrm>
            <a:off x="4638650" y="2518547"/>
            <a:ext cx="4105200" cy="868500"/>
          </a:xfrm>
          <a:prstGeom prst="roundRect">
            <a:avLst>
              <a:gd name="adj" fmla="val 11956"/>
            </a:avLst>
          </a:prstGeom>
          <a:solidFill>
            <a:srgbClr val="EAF2E9"/>
          </a:solidFill>
          <a:ln w="132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11"/>
          <p:cNvSpPr/>
          <p:nvPr/>
        </p:nvSpPr>
        <p:spPr>
          <a:xfrm>
            <a:off x="4759572" y="2610894"/>
            <a:ext cx="3986635" cy="312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11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Resultado: infraestrutura migrada e métricas organizadas para monitoramento e pesquisa.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3" name="Google Shape;633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50000" y="1100000"/>
            <a:ext cx="3950000" cy="28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2"/>
          <p:cNvSpPr/>
          <p:nvPr/>
        </p:nvSpPr>
        <p:spPr>
          <a:xfrm>
            <a:off x="400027" y="367962"/>
            <a:ext cx="631512" cy="195234"/>
          </a:xfrm>
          <a:prstGeom prst="roundRect">
            <a:avLst>
              <a:gd name="adj" fmla="val 19515"/>
            </a:avLst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12"/>
          <p:cNvSpPr/>
          <p:nvPr/>
        </p:nvSpPr>
        <p:spPr>
          <a:xfrm>
            <a:off x="485752" y="406062"/>
            <a:ext cx="498162" cy="13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Pesquisa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2"/>
          <p:cNvSpPr/>
          <p:nvPr/>
        </p:nvSpPr>
        <p:spPr>
          <a:xfrm>
            <a:off x="1107736" y="285745"/>
            <a:ext cx="3374975" cy="128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11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4. EVIDÊNCIAS DO DESENVOLVIMENTO DA POC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2"/>
          <p:cNvSpPr/>
          <p:nvPr/>
        </p:nvSpPr>
        <p:spPr>
          <a:xfrm>
            <a:off x="1107736" y="413928"/>
            <a:ext cx="3374975" cy="25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600"/>
              <a:buFont typeface="Arial"/>
              <a:buNone/>
            </a:pPr>
            <a:r>
              <a:rPr lang="en-US" sz="11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Pesquisa Científica — Agosto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2"/>
          <p:cNvSpPr/>
          <p:nvPr/>
        </p:nvSpPr>
        <p:spPr>
          <a:xfrm>
            <a:off x="400028" y="759721"/>
            <a:ext cx="2711463" cy="3493353"/>
          </a:xfrm>
          <a:prstGeom prst="roundRect">
            <a:avLst>
              <a:gd name="adj" fmla="val 2108"/>
            </a:avLst>
          </a:prstGeom>
          <a:solidFill>
            <a:srgbClr val="F7F9FC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12"/>
          <p:cNvSpPr/>
          <p:nvPr/>
        </p:nvSpPr>
        <p:spPr>
          <a:xfrm>
            <a:off x="530458" y="880618"/>
            <a:ext cx="2695660" cy="13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11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2"/>
          <p:cNvSpPr/>
          <p:nvPr/>
        </p:nvSpPr>
        <p:spPr>
          <a:xfrm>
            <a:off x="549022" y="1072570"/>
            <a:ext cx="2470137" cy="957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76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Char char="•"/>
            </a:pPr>
            <a:r>
              <a:rPr lang="en-US" sz="11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Revisão e apresentação do trabalho no SEGE 2026; análise PRODIST versus saída do ML/DL.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2"/>
          <p:cNvSpPr/>
          <p:nvPr/>
        </p:nvSpPr>
        <p:spPr>
          <a:xfrm>
            <a:off x="3216263" y="759721"/>
            <a:ext cx="2711462" cy="3493353"/>
          </a:xfrm>
          <a:prstGeom prst="roundRect">
            <a:avLst>
              <a:gd name="adj" fmla="val 2108"/>
            </a:avLst>
          </a:prstGeom>
          <a:solidFill>
            <a:srgbClr val="F7F9FC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12"/>
          <p:cNvSpPr/>
          <p:nvPr/>
        </p:nvSpPr>
        <p:spPr>
          <a:xfrm>
            <a:off x="3346695" y="880618"/>
            <a:ext cx="2695660" cy="13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8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2"/>
          <p:cNvSpPr/>
          <p:nvPr/>
        </p:nvSpPr>
        <p:spPr>
          <a:xfrm>
            <a:off x="3365258" y="1072570"/>
            <a:ext cx="2470137" cy="536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63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2"/>
          <p:cNvSpPr/>
          <p:nvPr/>
        </p:nvSpPr>
        <p:spPr>
          <a:xfrm>
            <a:off x="6032500" y="759721"/>
            <a:ext cx="2711463" cy="3493353"/>
          </a:xfrm>
          <a:prstGeom prst="roundRect">
            <a:avLst>
              <a:gd name="adj" fmla="val 2108"/>
            </a:avLst>
          </a:prstGeom>
          <a:solidFill>
            <a:srgbClr val="F7F9FC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12"/>
          <p:cNvSpPr/>
          <p:nvPr/>
        </p:nvSpPr>
        <p:spPr>
          <a:xfrm>
            <a:off x="6162931" y="880618"/>
            <a:ext cx="2695660" cy="13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8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2"/>
          <p:cNvSpPr/>
          <p:nvPr/>
        </p:nvSpPr>
        <p:spPr>
          <a:xfrm>
            <a:off x="6181494" y="1072570"/>
            <a:ext cx="2502697" cy="32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63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2"/>
          <p:cNvSpPr/>
          <p:nvPr/>
        </p:nvSpPr>
        <p:spPr>
          <a:xfrm>
            <a:off x="6181495" y="1516822"/>
            <a:ext cx="2667600" cy="1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2"/>
          <p:cNvSpPr/>
          <p:nvPr/>
        </p:nvSpPr>
        <p:spPr>
          <a:xfrm>
            <a:off x="6181501" y="1807750"/>
            <a:ext cx="2470200" cy="1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63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2"/>
          <p:cNvSpPr/>
          <p:nvPr/>
        </p:nvSpPr>
        <p:spPr>
          <a:xfrm>
            <a:off x="6176970" y="2256251"/>
            <a:ext cx="2667600" cy="1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76200" marR="0" lvl="0" indent="-63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2"/>
          <p:cNvSpPr/>
          <p:nvPr/>
        </p:nvSpPr>
        <p:spPr>
          <a:xfrm>
            <a:off x="400028" y="4357848"/>
            <a:ext cx="8343935" cy="357032"/>
          </a:xfrm>
          <a:prstGeom prst="roundRect">
            <a:avLst>
              <a:gd name="adj" fmla="val 16007"/>
            </a:avLst>
          </a:prstGeom>
          <a:solidFill>
            <a:srgbClr val="EAF2E9"/>
          </a:solidFill>
          <a:ln w="132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12"/>
          <p:cNvSpPr/>
          <p:nvPr/>
        </p:nvSpPr>
        <p:spPr>
          <a:xfrm>
            <a:off x="530467" y="4459713"/>
            <a:ext cx="8333374" cy="172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Resultado técnico: testes dos agentes, Artigo 04 e ajustes do IECON avançaram no mês.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7" name="Google Shape;657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50000" y="1200000"/>
            <a:ext cx="3950000" cy="28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3"/>
          <p:cNvSpPr/>
          <p:nvPr/>
        </p:nvSpPr>
        <p:spPr>
          <a:xfrm>
            <a:off x="400028" y="304788"/>
            <a:ext cx="9178329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9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PROPRIEDADE INTELECTUAL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3"/>
          <p:cNvSpPr/>
          <p:nvPr/>
        </p:nvSpPr>
        <p:spPr>
          <a:xfrm>
            <a:off x="400028" y="471470"/>
            <a:ext cx="9178329" cy="261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900"/>
              <a:buFont typeface="Arial"/>
              <a:buNone/>
            </a:pPr>
            <a:r>
              <a:rPr lang="en-US" sz="20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Evidências da Implementação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3"/>
          <p:cNvSpPr/>
          <p:nvPr/>
        </p:nvSpPr>
        <p:spPr>
          <a:xfrm>
            <a:off x="400028" y="819123"/>
            <a:ext cx="8343935" cy="435994"/>
          </a:xfrm>
          <a:prstGeom prst="roundRect">
            <a:avLst>
              <a:gd name="adj" fmla="val 13108"/>
            </a:avLst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13"/>
          <p:cNvSpPr/>
          <p:nvPr/>
        </p:nvSpPr>
        <p:spPr>
          <a:xfrm>
            <a:off x="523853" y="904848"/>
            <a:ext cx="8346603" cy="283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1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Status PI: </a:t>
            </a:r>
            <a:r>
              <a:rPr lang="en-US" sz="10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apresentação</a:t>
            </a:r>
            <a:r>
              <a:rPr lang="en-US" sz="1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no SEGE 2026 </a:t>
            </a:r>
            <a:r>
              <a:rPr lang="en-US" sz="10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concluída</a:t>
            </a:r>
            <a:r>
              <a:rPr lang="en-US" sz="1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r>
              <a:rPr lang="en-US" sz="10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implementação</a:t>
            </a:r>
            <a:r>
              <a:rPr lang="en-US" sz="1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dos </a:t>
            </a:r>
            <a:r>
              <a:rPr lang="en-US" sz="10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ajustes</a:t>
            </a:r>
            <a:r>
              <a:rPr lang="en-US" sz="1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do IECON em </a:t>
            </a:r>
            <a:r>
              <a:rPr lang="en-US" sz="10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andamento</a:t>
            </a:r>
            <a:r>
              <a:rPr lang="en-US" sz="1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r>
              <a:rPr lang="en-US" sz="10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Artigo</a:t>
            </a:r>
            <a:r>
              <a:rPr lang="en-US" sz="1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04 em </a:t>
            </a:r>
            <a:r>
              <a:rPr lang="en-US" sz="10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r>
              <a:rPr lang="en-US" sz="1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3"/>
          <p:cNvSpPr/>
          <p:nvPr/>
        </p:nvSpPr>
        <p:spPr>
          <a:xfrm>
            <a:off x="400028" y="1359891"/>
            <a:ext cx="4129102" cy="1629875"/>
          </a:xfrm>
          <a:prstGeom prst="roundRect">
            <a:avLst>
              <a:gd name="adj" fmla="val 3506"/>
            </a:avLst>
          </a:prstGeom>
          <a:solidFill>
            <a:srgbClr val="FFFFFF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13"/>
          <p:cNvSpPr/>
          <p:nvPr/>
        </p:nvSpPr>
        <p:spPr>
          <a:xfrm>
            <a:off x="530458" y="1471279"/>
            <a:ext cx="3227152" cy="161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000"/>
              <a:buFont typeface="Arial"/>
              <a:buNone/>
            </a:pPr>
            <a:r>
              <a:rPr lang="en-US" sz="11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Revisão de Literatura e Estado da Arte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3"/>
          <p:cNvSpPr/>
          <p:nvPr/>
        </p:nvSpPr>
        <p:spPr>
          <a:xfrm>
            <a:off x="530458" y="1651578"/>
            <a:ext cx="3021788" cy="301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14B59"/>
              </a:buClr>
              <a:buSzPts val="800"/>
              <a:buFont typeface="Arial"/>
              <a:buNone/>
            </a:pPr>
            <a:r>
              <a:rPr lang="en-US" sz="1100" b="0" i="0" u="none" strike="noStrike" cap="none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Literatura sobre dados meteorológicos, medições de energia e modelos de referência.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3"/>
          <p:cNvSpPr/>
          <p:nvPr/>
        </p:nvSpPr>
        <p:spPr>
          <a:xfrm>
            <a:off x="3540430" y="1471280"/>
            <a:ext cx="858268" cy="153427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13"/>
          <p:cNvSpPr/>
          <p:nvPr/>
        </p:nvSpPr>
        <p:spPr>
          <a:xfrm>
            <a:off x="3597575" y="1495111"/>
            <a:ext cx="7821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700"/>
              <a:buFont typeface="Arial"/>
              <a:buNone/>
            </a:pPr>
            <a:r>
              <a:rPr lang="en-US" sz="700" b="1" i="0" u="none" strike="noStrike" cap="none" dirty="0">
                <a:solidFill>
                  <a:srgbClr val="E08600"/>
                </a:solidFill>
                <a:latin typeface="Arial"/>
                <a:ea typeface="Arial"/>
                <a:cs typeface="Arial"/>
                <a:sym typeface="Arial"/>
              </a:rPr>
              <a:t>EM ANDAMENTO</a:t>
            </a:r>
            <a:endParaRPr sz="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3"/>
          <p:cNvSpPr/>
          <p:nvPr/>
        </p:nvSpPr>
        <p:spPr>
          <a:xfrm>
            <a:off x="4614835" y="1359891"/>
            <a:ext cx="4129127" cy="1629875"/>
          </a:xfrm>
          <a:prstGeom prst="roundRect">
            <a:avLst>
              <a:gd name="adj" fmla="val 3506"/>
            </a:avLst>
          </a:prstGeom>
          <a:solidFill>
            <a:srgbClr val="FFFFFF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13"/>
          <p:cNvSpPr/>
          <p:nvPr/>
        </p:nvSpPr>
        <p:spPr>
          <a:xfrm>
            <a:off x="4745266" y="1471279"/>
            <a:ext cx="3227181" cy="161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000"/>
              <a:buFont typeface="Arial"/>
              <a:buNone/>
            </a:pPr>
            <a:r>
              <a:rPr lang="en-US" sz="11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Regulamentos e Normas Nacionais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3"/>
          <p:cNvSpPr/>
          <p:nvPr/>
        </p:nvSpPr>
        <p:spPr>
          <a:xfrm>
            <a:off x="4745266" y="1651578"/>
            <a:ext cx="3021815" cy="301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14B59"/>
              </a:buClr>
              <a:buSzPts val="800"/>
              <a:buFont typeface="Arial"/>
              <a:buNone/>
            </a:pPr>
            <a:r>
              <a:rPr lang="en-US" sz="1100" b="0" i="0" u="none" strike="noStrike" cap="none" dirty="0" err="1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Aquisição</a:t>
            </a:r>
            <a:r>
              <a:rPr lang="en-US" sz="1100" b="0" i="0" u="none" strike="noStrike" cap="none" dirty="0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 da ABNT NBR 16968 </a:t>
            </a:r>
            <a:r>
              <a:rPr lang="en-US" sz="1100" b="0" i="0" u="none" strike="noStrike" cap="none" dirty="0" err="1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solicitada</a:t>
            </a:r>
            <a:r>
              <a:rPr lang="en-US" sz="1100" b="0" i="0" u="none" strike="noStrike" cap="none" dirty="0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pelo</a:t>
            </a:r>
            <a:r>
              <a:rPr lang="en-US" sz="1100" b="0" i="0" u="none" strike="noStrike" cap="none" dirty="0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Ofício</a:t>
            </a:r>
            <a:r>
              <a:rPr lang="en-US" sz="1100" b="0" i="0" u="none" strike="noStrike" cap="none" dirty="0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 004/2026 em 19/08.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3"/>
          <p:cNvSpPr/>
          <p:nvPr/>
        </p:nvSpPr>
        <p:spPr>
          <a:xfrm>
            <a:off x="7755263" y="1471280"/>
            <a:ext cx="858268" cy="153427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13"/>
          <p:cNvSpPr/>
          <p:nvPr/>
        </p:nvSpPr>
        <p:spPr>
          <a:xfrm>
            <a:off x="7812425" y="1495110"/>
            <a:ext cx="7821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700"/>
              <a:buFont typeface="Arial"/>
              <a:buNone/>
            </a:pPr>
            <a:r>
              <a:rPr lang="en-US" sz="700" b="1" i="0" u="none" strike="noStrike" cap="none" dirty="0">
                <a:solidFill>
                  <a:srgbClr val="E08600"/>
                </a:solidFill>
                <a:latin typeface="Arial"/>
                <a:ea typeface="Arial"/>
                <a:cs typeface="Arial"/>
                <a:sym typeface="Arial"/>
              </a:rPr>
              <a:t>EM ANDAMENTO</a:t>
            </a:r>
            <a:endParaRPr sz="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3"/>
          <p:cNvSpPr/>
          <p:nvPr/>
        </p:nvSpPr>
        <p:spPr>
          <a:xfrm>
            <a:off x="400028" y="3075471"/>
            <a:ext cx="4129102" cy="1629875"/>
          </a:xfrm>
          <a:prstGeom prst="roundRect">
            <a:avLst>
              <a:gd name="adj" fmla="val 3506"/>
            </a:avLst>
          </a:prstGeom>
          <a:solidFill>
            <a:srgbClr val="FFFFFF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13"/>
          <p:cNvSpPr/>
          <p:nvPr/>
        </p:nvSpPr>
        <p:spPr>
          <a:xfrm>
            <a:off x="530458" y="3186860"/>
            <a:ext cx="3227152" cy="161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000"/>
              <a:buFont typeface="Arial"/>
              <a:buNone/>
            </a:pPr>
            <a:r>
              <a:rPr lang="en-US" sz="11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Escrita Acadêmica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13"/>
          <p:cNvSpPr/>
          <p:nvPr/>
        </p:nvSpPr>
        <p:spPr>
          <a:xfrm>
            <a:off x="530458" y="3367159"/>
            <a:ext cx="3021788" cy="301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14B59"/>
              </a:buClr>
              <a:buSzPts val="800"/>
              <a:buFont typeface="Arial"/>
              <a:buNone/>
            </a:pPr>
            <a:r>
              <a:rPr lang="en-US" sz="1100" b="0" i="0" u="none" strike="noStrike" cap="none" dirty="0" err="1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Apresentação</a:t>
            </a:r>
            <a:r>
              <a:rPr lang="en-US" sz="1100" b="0" i="0" u="none" strike="noStrike" cap="none" dirty="0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 SEGE </a:t>
            </a:r>
            <a:r>
              <a:rPr lang="en-US" sz="1100" b="0" i="0" u="none" strike="noStrike" cap="none" dirty="0" err="1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revisada</a:t>
            </a:r>
            <a:r>
              <a:rPr lang="en-US" sz="1100" b="0" i="0" u="none" strike="noStrike" cap="none" dirty="0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; IECON em </a:t>
            </a:r>
            <a:r>
              <a:rPr lang="en-US" sz="1100" b="0" i="0" u="none" strike="noStrike" cap="none" dirty="0" err="1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ajuste</a:t>
            </a:r>
            <a:r>
              <a:rPr lang="en-US" sz="1100" b="0" i="0" u="none" strike="noStrike" cap="none" dirty="0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r>
              <a:rPr lang="en-US" sz="1100" b="0" i="0" u="none" strike="noStrike" cap="none" dirty="0" err="1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Artigo</a:t>
            </a:r>
            <a:r>
              <a:rPr lang="en-US" sz="1100" b="0" i="0" u="none" strike="noStrike" cap="none" dirty="0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 04 em </a:t>
            </a:r>
            <a:r>
              <a:rPr lang="en-US" sz="1100" b="0" i="0" u="none" strike="noStrike" cap="none" dirty="0" err="1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acompanhamento</a:t>
            </a:r>
            <a:r>
              <a:rPr lang="en-US" sz="1100" b="0" i="0" u="none" strike="noStrike" cap="none" dirty="0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13"/>
          <p:cNvSpPr/>
          <p:nvPr/>
        </p:nvSpPr>
        <p:spPr>
          <a:xfrm>
            <a:off x="3540430" y="3186860"/>
            <a:ext cx="858268" cy="153428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13"/>
          <p:cNvSpPr/>
          <p:nvPr/>
        </p:nvSpPr>
        <p:spPr>
          <a:xfrm>
            <a:off x="3597580" y="3210672"/>
            <a:ext cx="782068" cy="124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700"/>
              <a:buFont typeface="Arial"/>
              <a:buNone/>
            </a:pPr>
            <a:r>
              <a:rPr lang="en-US" sz="700" b="1" i="0" u="none" strike="noStrike" cap="none" dirty="0">
                <a:solidFill>
                  <a:srgbClr val="E08600"/>
                </a:solidFill>
                <a:latin typeface="Arial"/>
                <a:ea typeface="Arial"/>
                <a:cs typeface="Arial"/>
                <a:sym typeface="Arial"/>
              </a:rPr>
              <a:t>EM ANDAMENTO</a:t>
            </a:r>
            <a:endParaRPr sz="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3"/>
          <p:cNvSpPr/>
          <p:nvPr/>
        </p:nvSpPr>
        <p:spPr>
          <a:xfrm>
            <a:off x="4614835" y="3075471"/>
            <a:ext cx="4129127" cy="1629875"/>
          </a:xfrm>
          <a:prstGeom prst="roundRect">
            <a:avLst>
              <a:gd name="adj" fmla="val 3506"/>
            </a:avLst>
          </a:prstGeom>
          <a:solidFill>
            <a:srgbClr val="FFFFFF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13"/>
          <p:cNvSpPr/>
          <p:nvPr/>
        </p:nvSpPr>
        <p:spPr>
          <a:xfrm>
            <a:off x="4745266" y="3186860"/>
            <a:ext cx="3431677" cy="161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000"/>
              <a:buFont typeface="Arial"/>
              <a:buNone/>
            </a:pPr>
            <a:r>
              <a:rPr lang="en-US" sz="11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Registro de Software / PI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13"/>
          <p:cNvSpPr/>
          <p:nvPr/>
        </p:nvSpPr>
        <p:spPr>
          <a:xfrm>
            <a:off x="4745266" y="3367159"/>
            <a:ext cx="3213298" cy="301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14B59"/>
              </a:buClr>
              <a:buSzPts val="800"/>
              <a:buFont typeface="Arial"/>
              <a:buNone/>
            </a:pPr>
            <a:r>
              <a:rPr lang="en-US" sz="1100" b="0" i="0" u="none" strike="noStrike" cap="none">
                <a:solidFill>
                  <a:srgbClr val="414B59"/>
                </a:solidFill>
                <a:latin typeface="Arial"/>
                <a:ea typeface="Arial"/>
                <a:cs typeface="Arial"/>
                <a:sym typeface="Arial"/>
              </a:rPr>
              <a:t>Registro de software e proteção dos resultados permanecem planejados.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13"/>
          <p:cNvSpPr/>
          <p:nvPr/>
        </p:nvSpPr>
        <p:spPr>
          <a:xfrm>
            <a:off x="7941169" y="3186860"/>
            <a:ext cx="672362" cy="153428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13"/>
          <p:cNvSpPr/>
          <p:nvPr/>
        </p:nvSpPr>
        <p:spPr>
          <a:xfrm>
            <a:off x="7998319" y="3210672"/>
            <a:ext cx="596162" cy="124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PLANEJADO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14"/>
          <p:cNvSpPr/>
          <p:nvPr/>
        </p:nvSpPr>
        <p:spPr>
          <a:xfrm>
            <a:off x="400028" y="304788"/>
            <a:ext cx="9178329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GESTÃO DE RISCOS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4"/>
          <p:cNvSpPr/>
          <p:nvPr/>
        </p:nvSpPr>
        <p:spPr>
          <a:xfrm>
            <a:off x="400028" y="471470"/>
            <a:ext cx="9178329" cy="261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Matriz de Risco — Análise e Mitigação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4"/>
          <p:cNvSpPr/>
          <p:nvPr/>
        </p:nvSpPr>
        <p:spPr>
          <a:xfrm>
            <a:off x="400028" y="809589"/>
            <a:ext cx="8343935" cy="223811"/>
          </a:xfrm>
          <a:prstGeom prst="rect">
            <a:avLst/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14"/>
          <p:cNvSpPr/>
          <p:nvPr/>
        </p:nvSpPr>
        <p:spPr>
          <a:xfrm>
            <a:off x="457177" y="861976"/>
            <a:ext cx="230267" cy="13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4"/>
          <p:cNvSpPr/>
          <p:nvPr/>
        </p:nvSpPr>
        <p:spPr>
          <a:xfrm>
            <a:off x="763645" y="861976"/>
            <a:ext cx="2051815" cy="13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Risco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4"/>
          <p:cNvSpPr/>
          <p:nvPr/>
        </p:nvSpPr>
        <p:spPr>
          <a:xfrm>
            <a:off x="2847619" y="861976"/>
            <a:ext cx="381498" cy="13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4"/>
          <p:cNvSpPr/>
          <p:nvPr/>
        </p:nvSpPr>
        <p:spPr>
          <a:xfrm>
            <a:off x="3324366" y="861976"/>
            <a:ext cx="3695510" cy="13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Estratégia de Mitigação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4"/>
          <p:cNvSpPr/>
          <p:nvPr/>
        </p:nvSpPr>
        <p:spPr>
          <a:xfrm>
            <a:off x="7023210" y="861976"/>
            <a:ext cx="898418" cy="13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Resp.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4"/>
          <p:cNvSpPr/>
          <p:nvPr/>
        </p:nvSpPr>
        <p:spPr>
          <a:xfrm>
            <a:off x="7997828" y="861976"/>
            <a:ext cx="727085" cy="13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Status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4"/>
          <p:cNvSpPr/>
          <p:nvPr/>
        </p:nvSpPr>
        <p:spPr>
          <a:xfrm>
            <a:off x="400028" y="1365111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14"/>
          <p:cNvSpPr/>
          <p:nvPr/>
        </p:nvSpPr>
        <p:spPr>
          <a:xfrm>
            <a:off x="457177" y="1081025"/>
            <a:ext cx="230267" cy="258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R01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4"/>
          <p:cNvSpPr/>
          <p:nvPr/>
        </p:nvSpPr>
        <p:spPr>
          <a:xfrm>
            <a:off x="763645" y="1081025"/>
            <a:ext cx="2051815" cy="258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Qualidade e disponibilidade dos dados AMI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4"/>
          <p:cNvSpPr/>
          <p:nvPr/>
        </p:nvSpPr>
        <p:spPr>
          <a:xfrm>
            <a:off x="2847619" y="1081025"/>
            <a:ext cx="381498" cy="258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ALTO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4"/>
          <p:cNvSpPr/>
          <p:nvPr/>
        </p:nvSpPr>
        <p:spPr>
          <a:xfrm>
            <a:off x="3324366" y="1081025"/>
            <a:ext cx="3695510" cy="258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Dados sintéticos avaliados com variáveis meteorológicas.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4"/>
          <p:cNvSpPr/>
          <p:nvPr/>
        </p:nvSpPr>
        <p:spPr>
          <a:xfrm>
            <a:off x="7023210" y="1081025"/>
            <a:ext cx="898418" cy="258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Diego Sales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4"/>
          <p:cNvSpPr/>
          <p:nvPr/>
        </p:nvSpPr>
        <p:spPr>
          <a:xfrm>
            <a:off x="7997806" y="1139698"/>
            <a:ext cx="523844" cy="133997"/>
          </a:xfrm>
          <a:prstGeom prst="roundRect">
            <a:avLst>
              <a:gd name="adj" fmla="val 50000"/>
            </a:avLst>
          </a:prstGeom>
          <a:solidFill>
            <a:srgbClr val="E7F5E8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14"/>
          <p:cNvSpPr/>
          <p:nvPr/>
        </p:nvSpPr>
        <p:spPr>
          <a:xfrm>
            <a:off x="8045431" y="1158748"/>
            <a:ext cx="480979" cy="114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MITIGADO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14"/>
          <p:cNvSpPr/>
          <p:nvPr/>
        </p:nvSpPr>
        <p:spPr>
          <a:xfrm>
            <a:off x="400028" y="1368418"/>
            <a:ext cx="8343935" cy="3366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14"/>
          <p:cNvSpPr/>
          <p:nvPr/>
        </p:nvSpPr>
        <p:spPr>
          <a:xfrm>
            <a:off x="400028" y="1701783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14"/>
          <p:cNvSpPr/>
          <p:nvPr/>
        </p:nvSpPr>
        <p:spPr>
          <a:xfrm>
            <a:off x="457177" y="1416043"/>
            <a:ext cx="230267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R02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4"/>
          <p:cNvSpPr/>
          <p:nvPr/>
        </p:nvSpPr>
        <p:spPr>
          <a:xfrm>
            <a:off x="763645" y="1416043"/>
            <a:ext cx="2051815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Complexidade dos modelos de Deep Learning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4"/>
          <p:cNvSpPr/>
          <p:nvPr/>
        </p:nvSpPr>
        <p:spPr>
          <a:xfrm>
            <a:off x="2847619" y="1416043"/>
            <a:ext cx="381498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ALTO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4"/>
          <p:cNvSpPr/>
          <p:nvPr/>
        </p:nvSpPr>
        <p:spPr>
          <a:xfrm>
            <a:off x="3324366" y="1416043"/>
            <a:ext cx="3695510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 dirty="0" err="1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Modelo</a:t>
            </a:r>
            <a:r>
              <a:rPr lang="en-US" sz="800" b="0" i="0" u="none" strike="noStrike" cap="none" dirty="0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800" b="0" i="0" u="none" strike="noStrike" cap="none" dirty="0" err="1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multiclasse</a:t>
            </a:r>
            <a:r>
              <a:rPr lang="en-US" sz="800" b="0" i="0" u="none" strike="noStrike" cap="none" dirty="0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 em </a:t>
            </a:r>
            <a:r>
              <a:rPr lang="en-US" sz="800" b="0" i="0" u="none" strike="noStrike" cap="none" dirty="0" err="1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integração</a:t>
            </a:r>
            <a:r>
              <a:rPr lang="en-US" sz="800" b="0" i="0" u="none" strike="noStrike" cap="none" dirty="0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 com </a:t>
            </a:r>
            <a:r>
              <a:rPr lang="en-US" sz="800" b="0" i="0" u="none" strike="noStrike" cap="none" dirty="0" err="1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contratos</a:t>
            </a:r>
            <a:r>
              <a:rPr lang="en-US" sz="800" b="0" i="0" u="none" strike="noStrike" cap="none" dirty="0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 de 10 classes.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4"/>
          <p:cNvSpPr/>
          <p:nvPr/>
        </p:nvSpPr>
        <p:spPr>
          <a:xfrm>
            <a:off x="7023210" y="1416043"/>
            <a:ext cx="898418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Diego / Gabriel / Andrei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14"/>
          <p:cNvSpPr/>
          <p:nvPr/>
        </p:nvSpPr>
        <p:spPr>
          <a:xfrm>
            <a:off x="7997806" y="1476370"/>
            <a:ext cx="688976" cy="133997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14"/>
          <p:cNvSpPr/>
          <p:nvPr/>
        </p:nvSpPr>
        <p:spPr>
          <a:xfrm>
            <a:off x="8045431" y="1495420"/>
            <a:ext cx="662624" cy="114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E08600"/>
                </a:solidFill>
                <a:latin typeface="Arial"/>
                <a:ea typeface="Arial"/>
                <a:cs typeface="Arial"/>
                <a:sym typeface="Arial"/>
              </a:rPr>
              <a:t>MONITORADO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4"/>
          <p:cNvSpPr/>
          <p:nvPr/>
        </p:nvSpPr>
        <p:spPr>
          <a:xfrm>
            <a:off x="400028" y="1919392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14"/>
          <p:cNvSpPr/>
          <p:nvPr/>
        </p:nvSpPr>
        <p:spPr>
          <a:xfrm>
            <a:off x="457177" y="1752715"/>
            <a:ext cx="230267" cy="141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R03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14"/>
          <p:cNvSpPr/>
          <p:nvPr/>
        </p:nvSpPr>
        <p:spPr>
          <a:xfrm>
            <a:off x="763645" y="1752715"/>
            <a:ext cx="2051815" cy="141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Complexidade da integração via MCP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14"/>
          <p:cNvSpPr/>
          <p:nvPr/>
        </p:nvSpPr>
        <p:spPr>
          <a:xfrm>
            <a:off x="2847619" y="1752715"/>
            <a:ext cx="381498" cy="141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E08600"/>
                </a:solidFill>
                <a:latin typeface="Arial"/>
                <a:ea typeface="Arial"/>
                <a:cs typeface="Arial"/>
                <a:sym typeface="Arial"/>
              </a:rPr>
              <a:t>MÉDIO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4"/>
          <p:cNvSpPr/>
          <p:nvPr/>
        </p:nvSpPr>
        <p:spPr>
          <a:xfrm>
            <a:off x="3324366" y="1752715"/>
            <a:ext cx="3695510" cy="141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MCP indisponível no parcial; frontend pronto para reconexão.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4"/>
          <p:cNvSpPr/>
          <p:nvPr/>
        </p:nvSpPr>
        <p:spPr>
          <a:xfrm>
            <a:off x="7023210" y="1752715"/>
            <a:ext cx="898418" cy="141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Equipe Dev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14"/>
          <p:cNvSpPr/>
          <p:nvPr/>
        </p:nvSpPr>
        <p:spPr>
          <a:xfrm>
            <a:off x="7997806" y="1753511"/>
            <a:ext cx="523844" cy="133997"/>
          </a:xfrm>
          <a:prstGeom prst="roundRect">
            <a:avLst>
              <a:gd name="adj" fmla="val 50000"/>
            </a:avLst>
          </a:prstGeom>
          <a:solidFill>
            <a:srgbClr val="E7F5E8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14"/>
          <p:cNvSpPr/>
          <p:nvPr/>
        </p:nvSpPr>
        <p:spPr>
          <a:xfrm>
            <a:off x="8045431" y="1772561"/>
            <a:ext cx="480979" cy="114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MITIGADO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4"/>
          <p:cNvSpPr/>
          <p:nvPr/>
        </p:nvSpPr>
        <p:spPr>
          <a:xfrm>
            <a:off x="400028" y="1922699"/>
            <a:ext cx="8343935" cy="3366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14"/>
          <p:cNvSpPr/>
          <p:nvPr/>
        </p:nvSpPr>
        <p:spPr>
          <a:xfrm>
            <a:off x="400028" y="2256064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14"/>
          <p:cNvSpPr/>
          <p:nvPr/>
        </p:nvSpPr>
        <p:spPr>
          <a:xfrm>
            <a:off x="457177" y="1970324"/>
            <a:ext cx="230267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R04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14"/>
          <p:cNvSpPr/>
          <p:nvPr/>
        </p:nvSpPr>
        <p:spPr>
          <a:xfrm>
            <a:off x="763645" y="1970324"/>
            <a:ext cx="2051815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 dirty="0" err="1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Escalabilidade</a:t>
            </a:r>
            <a:r>
              <a:rPr lang="en-US" sz="800" b="0" i="0" u="none" strike="noStrike" cap="none" dirty="0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 da </a:t>
            </a:r>
            <a:r>
              <a:rPr lang="en-US" sz="800" b="0" i="0" u="none" strike="noStrike" cap="none" dirty="0" err="1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solução</a:t>
            </a:r>
            <a:r>
              <a:rPr lang="en-US" sz="800" b="0" i="0" u="none" strike="noStrike" cap="none" dirty="0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 em </a:t>
            </a:r>
            <a:r>
              <a:rPr lang="en-US" sz="800" b="0" i="0" u="none" strike="noStrike" cap="none" dirty="0" err="1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produção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4"/>
          <p:cNvSpPr/>
          <p:nvPr/>
        </p:nvSpPr>
        <p:spPr>
          <a:xfrm>
            <a:off x="2847619" y="1970324"/>
            <a:ext cx="381498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E08600"/>
                </a:solidFill>
                <a:latin typeface="Arial"/>
                <a:ea typeface="Arial"/>
                <a:cs typeface="Arial"/>
                <a:sym typeface="Arial"/>
              </a:rPr>
              <a:t>MÉDIO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14"/>
          <p:cNvSpPr/>
          <p:nvPr/>
        </p:nvSpPr>
        <p:spPr>
          <a:xfrm>
            <a:off x="3324366" y="1970324"/>
            <a:ext cx="3695510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 dirty="0" err="1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Migração</a:t>
            </a:r>
            <a:r>
              <a:rPr lang="en-US" sz="800" b="0" i="0" u="none" strike="noStrike" cap="none" dirty="0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 do CPD </a:t>
            </a:r>
            <a:r>
              <a:rPr lang="en-US" sz="800" b="0" i="0" u="none" strike="noStrike" cap="none" dirty="0" err="1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concluída</a:t>
            </a:r>
            <a:r>
              <a:rPr lang="en-US" sz="800" b="0" i="0" u="none" strike="noStrike" cap="none" dirty="0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; backups e </a:t>
            </a:r>
            <a:r>
              <a:rPr lang="en-US" sz="800" b="0" i="0" u="none" strike="noStrike" cap="none" dirty="0" err="1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alertas</a:t>
            </a:r>
            <a:r>
              <a:rPr lang="en-US" sz="800" b="0" i="0" u="none" strike="noStrike" cap="none" dirty="0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 em </a:t>
            </a:r>
            <a:r>
              <a:rPr lang="en-US" sz="800" b="0" i="0" u="none" strike="noStrike" cap="none" dirty="0" err="1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automação</a:t>
            </a:r>
            <a:r>
              <a:rPr lang="en-US" sz="800" b="0" i="0" u="none" strike="noStrike" cap="none" dirty="0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14"/>
          <p:cNvSpPr/>
          <p:nvPr/>
        </p:nvSpPr>
        <p:spPr>
          <a:xfrm>
            <a:off x="7023210" y="1970324"/>
            <a:ext cx="898418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Equipe Dev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14"/>
          <p:cNvSpPr/>
          <p:nvPr/>
        </p:nvSpPr>
        <p:spPr>
          <a:xfrm>
            <a:off x="7997806" y="2030651"/>
            <a:ext cx="688976" cy="133997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14"/>
          <p:cNvSpPr/>
          <p:nvPr/>
        </p:nvSpPr>
        <p:spPr>
          <a:xfrm>
            <a:off x="8045431" y="2049701"/>
            <a:ext cx="662624" cy="114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E08600"/>
                </a:solidFill>
                <a:latin typeface="Arial"/>
                <a:ea typeface="Arial"/>
                <a:cs typeface="Arial"/>
                <a:sym typeface="Arial"/>
              </a:rPr>
              <a:t>MONITORADO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14"/>
          <p:cNvSpPr/>
          <p:nvPr/>
        </p:nvSpPr>
        <p:spPr>
          <a:xfrm>
            <a:off x="400028" y="2592736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14"/>
          <p:cNvSpPr/>
          <p:nvPr/>
        </p:nvSpPr>
        <p:spPr>
          <a:xfrm>
            <a:off x="457177" y="2306996"/>
            <a:ext cx="230267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R05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14"/>
          <p:cNvSpPr/>
          <p:nvPr/>
        </p:nvSpPr>
        <p:spPr>
          <a:xfrm>
            <a:off x="763645" y="2306996"/>
            <a:ext cx="2051815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 dirty="0" err="1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Disponibilidade</a:t>
            </a:r>
            <a:r>
              <a:rPr lang="en-US" sz="800" b="0" i="0" u="none" strike="noStrike" cap="none" dirty="0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800" b="0" i="0" u="none" strike="noStrike" cap="none" dirty="0" err="1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especialistas</a:t>
            </a:r>
            <a:r>
              <a:rPr lang="en-US" sz="800" b="0" i="0" u="none" strike="noStrike" cap="none" dirty="0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 em IA/LLM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14"/>
          <p:cNvSpPr/>
          <p:nvPr/>
        </p:nvSpPr>
        <p:spPr>
          <a:xfrm>
            <a:off x="2847619" y="2306996"/>
            <a:ext cx="381498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E08600"/>
                </a:solidFill>
                <a:latin typeface="Arial"/>
                <a:ea typeface="Arial"/>
                <a:cs typeface="Arial"/>
                <a:sym typeface="Arial"/>
              </a:rPr>
              <a:t>MÉDIO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14"/>
          <p:cNvSpPr/>
          <p:nvPr/>
        </p:nvSpPr>
        <p:spPr>
          <a:xfrm>
            <a:off x="3324366" y="2306996"/>
            <a:ext cx="3695510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Equipe mobilizada e processo de seleção acompanhado pela coordenação.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14"/>
          <p:cNvSpPr/>
          <p:nvPr/>
        </p:nvSpPr>
        <p:spPr>
          <a:xfrm>
            <a:off x="7023210" y="2306996"/>
            <a:ext cx="898418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Diego / IFAM-Polo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14"/>
          <p:cNvSpPr/>
          <p:nvPr/>
        </p:nvSpPr>
        <p:spPr>
          <a:xfrm>
            <a:off x="7997806" y="2367323"/>
            <a:ext cx="688976" cy="133997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14"/>
          <p:cNvSpPr/>
          <p:nvPr/>
        </p:nvSpPr>
        <p:spPr>
          <a:xfrm>
            <a:off x="8045431" y="2386373"/>
            <a:ext cx="662624" cy="114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E08600"/>
                </a:solidFill>
                <a:latin typeface="Arial"/>
                <a:ea typeface="Arial"/>
                <a:cs typeface="Arial"/>
                <a:sym typeface="Arial"/>
              </a:rPr>
              <a:t>MONITORADO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14"/>
          <p:cNvSpPr/>
          <p:nvPr/>
        </p:nvSpPr>
        <p:spPr>
          <a:xfrm>
            <a:off x="400028" y="2596043"/>
            <a:ext cx="8343935" cy="3366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14"/>
          <p:cNvSpPr/>
          <p:nvPr/>
        </p:nvSpPr>
        <p:spPr>
          <a:xfrm>
            <a:off x="400028" y="2929408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14"/>
          <p:cNvSpPr/>
          <p:nvPr/>
        </p:nvSpPr>
        <p:spPr>
          <a:xfrm>
            <a:off x="457177" y="2643668"/>
            <a:ext cx="230267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R07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14"/>
          <p:cNvSpPr/>
          <p:nvPr/>
        </p:nvSpPr>
        <p:spPr>
          <a:xfrm>
            <a:off x="763645" y="2643668"/>
            <a:ext cx="2051815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Atraso na liberação de recursos financeiros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14"/>
          <p:cNvSpPr/>
          <p:nvPr/>
        </p:nvSpPr>
        <p:spPr>
          <a:xfrm>
            <a:off x="2847619" y="2643668"/>
            <a:ext cx="381498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E08600"/>
                </a:solidFill>
                <a:latin typeface="Arial"/>
                <a:ea typeface="Arial"/>
                <a:cs typeface="Arial"/>
                <a:sym typeface="Arial"/>
              </a:rPr>
              <a:t>MÉDIO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14"/>
          <p:cNvSpPr/>
          <p:nvPr/>
        </p:nvSpPr>
        <p:spPr>
          <a:xfrm>
            <a:off x="3324366" y="2643668"/>
            <a:ext cx="3695510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5 parcelas recebidas; parcelas 05 e 07 continuam pendentes.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14"/>
          <p:cNvSpPr/>
          <p:nvPr/>
        </p:nvSpPr>
        <p:spPr>
          <a:xfrm>
            <a:off x="7023210" y="2643668"/>
            <a:ext cx="898418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Diego Sales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14"/>
          <p:cNvSpPr/>
          <p:nvPr/>
        </p:nvSpPr>
        <p:spPr>
          <a:xfrm>
            <a:off x="7997806" y="2703995"/>
            <a:ext cx="688976" cy="133997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14"/>
          <p:cNvSpPr/>
          <p:nvPr/>
        </p:nvSpPr>
        <p:spPr>
          <a:xfrm>
            <a:off x="8045431" y="2723045"/>
            <a:ext cx="662624" cy="114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E08600"/>
                </a:solidFill>
                <a:latin typeface="Arial"/>
                <a:ea typeface="Arial"/>
                <a:cs typeface="Arial"/>
                <a:sym typeface="Arial"/>
              </a:rPr>
              <a:t>MONITORADO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14"/>
          <p:cNvSpPr/>
          <p:nvPr/>
        </p:nvSpPr>
        <p:spPr>
          <a:xfrm>
            <a:off x="400028" y="3266080"/>
            <a:ext cx="8343935" cy="4763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14"/>
          <p:cNvSpPr/>
          <p:nvPr/>
        </p:nvSpPr>
        <p:spPr>
          <a:xfrm>
            <a:off x="457177" y="2980340"/>
            <a:ext cx="230267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6A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B26A00"/>
                </a:solidFill>
                <a:latin typeface="Arial"/>
                <a:ea typeface="Arial"/>
                <a:cs typeface="Arial"/>
                <a:sym typeface="Arial"/>
              </a:rPr>
              <a:t>R08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14"/>
          <p:cNvSpPr/>
          <p:nvPr/>
        </p:nvSpPr>
        <p:spPr>
          <a:xfrm>
            <a:off x="763645" y="2980340"/>
            <a:ext cx="2051815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Consumo energético e capacidade de hardware </a:t>
            </a:r>
            <a:r>
              <a:rPr lang="en-US" sz="800" b="1" i="0" u="none" strike="noStrike" cap="none">
                <a:solidFill>
                  <a:srgbClr val="B26A00"/>
                </a:solidFill>
                <a:latin typeface="Arial"/>
                <a:ea typeface="Arial"/>
                <a:cs typeface="Arial"/>
                <a:sym typeface="Arial"/>
              </a:rPr>
              <a:t>(novo)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14"/>
          <p:cNvSpPr/>
          <p:nvPr/>
        </p:nvSpPr>
        <p:spPr>
          <a:xfrm>
            <a:off x="2847619" y="2980340"/>
            <a:ext cx="381498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E08600"/>
                </a:solidFill>
                <a:latin typeface="Arial"/>
                <a:ea typeface="Arial"/>
                <a:cs typeface="Arial"/>
                <a:sym typeface="Arial"/>
              </a:rPr>
              <a:t>MÉDIO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14"/>
          <p:cNvSpPr/>
          <p:nvPr/>
        </p:nvSpPr>
        <p:spPr>
          <a:xfrm>
            <a:off x="3324366" y="2980340"/>
            <a:ext cx="3695510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Métricas de VRAM, energia, CPU e GPU incorporadas ao monitoramento.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4"/>
          <p:cNvSpPr/>
          <p:nvPr/>
        </p:nvSpPr>
        <p:spPr>
          <a:xfrm>
            <a:off x="7023210" y="2980340"/>
            <a:ext cx="898418" cy="26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23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1A2230"/>
                </a:solidFill>
                <a:latin typeface="Arial"/>
                <a:ea typeface="Arial"/>
                <a:cs typeface="Arial"/>
                <a:sym typeface="Arial"/>
              </a:rPr>
              <a:t>José Max / DevOps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14"/>
          <p:cNvSpPr/>
          <p:nvPr/>
        </p:nvSpPr>
        <p:spPr>
          <a:xfrm>
            <a:off x="7997806" y="3040667"/>
            <a:ext cx="688976" cy="133997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14"/>
          <p:cNvSpPr/>
          <p:nvPr/>
        </p:nvSpPr>
        <p:spPr>
          <a:xfrm>
            <a:off x="8045431" y="3059717"/>
            <a:ext cx="662624" cy="114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8600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E08600"/>
                </a:solidFill>
                <a:latin typeface="Arial"/>
                <a:ea typeface="Arial"/>
                <a:cs typeface="Arial"/>
                <a:sym typeface="Arial"/>
              </a:rPr>
              <a:t>MONITORADO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14"/>
          <p:cNvSpPr/>
          <p:nvPr/>
        </p:nvSpPr>
        <p:spPr>
          <a:xfrm>
            <a:off x="400028" y="3337703"/>
            <a:ext cx="9178329" cy="128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Exp. = Exposição ao risco (Alto / Médio / Baixo), combinando probabilidade e impacto.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6" name="Google Shape;766;p15" descr="preencoded.png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6286489" y="3368709"/>
            <a:ext cx="3047979" cy="1917635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15"/>
          <p:cNvSpPr/>
          <p:nvPr/>
        </p:nvSpPr>
        <p:spPr>
          <a:xfrm>
            <a:off x="523870" y="1742168"/>
            <a:ext cx="8339137" cy="652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Gestão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15"/>
          <p:cNvSpPr/>
          <p:nvPr/>
        </p:nvSpPr>
        <p:spPr>
          <a:xfrm>
            <a:off x="457203" y="1101675"/>
            <a:ext cx="8229600" cy="6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7D3E8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Reuniões técnicas e gerenciais com líderes e equipes.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7D3E8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Consolidação e apresentação dos resultados das Sprints 13 e 14.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7D3E8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Revisão e envio do Relatório Descritivo Anual 2025 à empresa para prestação de contas e SAGAT.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7D3E8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Solicitação de aquisição da ABNT NBR 16968 pelo Ofício 004/2026, de 19/08.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7D3E8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Acompanhamento da migração do CPD, riscos, cronograma e evidências.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7D3E8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Revisão da apresentação e participação no SEGE 2026.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7D3E8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Atualização do acompanhamento financeiro e dos instrumentos de gestão.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15"/>
          <p:cNvSpPr/>
          <p:nvPr/>
        </p:nvSpPr>
        <p:spPr>
          <a:xfrm>
            <a:off x="523870" y="3283314"/>
            <a:ext cx="4063783" cy="336000"/>
          </a:xfrm>
          <a:prstGeom prst="roundRect">
            <a:avLst>
              <a:gd name="adj" fmla="val 17009"/>
            </a:avLst>
          </a:prstGeom>
          <a:solidFill>
            <a:srgbClr val="FFFFFF">
              <a:alpha val="10196"/>
            </a:srgbClr>
          </a:solidFill>
          <a:ln w="13225" cap="flat" cmpd="sng">
            <a:solidFill>
              <a:srgbClr val="FFFFFF">
                <a:alpha val="2784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15"/>
          <p:cNvSpPr/>
          <p:nvPr/>
        </p:nvSpPr>
        <p:spPr>
          <a:xfrm>
            <a:off x="403107" y="3413299"/>
            <a:ext cx="2133600" cy="1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C8CF"/>
              </a:buClr>
              <a:buSzPts val="900"/>
              <a:buFont typeface="Arial"/>
              <a:buNone/>
            </a:pPr>
            <a:r>
              <a:rPr lang="en-US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Fontes: Sprints 13 e 14, extrato do projeto e Ofício 004/2026.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15"/>
          <p:cNvSpPr/>
          <p:nvPr/>
        </p:nvSpPr>
        <p:spPr>
          <a:xfrm>
            <a:off x="2189036" y="3385175"/>
            <a:ext cx="4739100" cy="1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3E8"/>
              </a:buClr>
              <a:buSzPts val="9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15"/>
          <p:cNvSpPr txBox="1">
            <a:spLocks noGrp="1"/>
          </p:cNvSpPr>
          <p:nvPr>
            <p:ph type="title"/>
          </p:nvPr>
        </p:nvSpPr>
        <p:spPr>
          <a:xfrm>
            <a:off x="457200" y="-8570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Gestão</a:t>
            </a:r>
            <a:endParaRPr/>
          </a:p>
        </p:txBody>
      </p:sp>
      <p:sp>
        <p:nvSpPr>
          <p:cNvPr id="773" name="Google Shape;773;p15"/>
          <p:cNvSpPr txBox="1">
            <a:spLocks noGrp="1"/>
          </p:cNvSpPr>
          <p:nvPr>
            <p:ph type="sldNum" idx="12"/>
          </p:nvPr>
        </p:nvSpPr>
        <p:spPr>
          <a:xfrm>
            <a:off x="6876256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16"/>
          <p:cNvSpPr/>
          <p:nvPr/>
        </p:nvSpPr>
        <p:spPr>
          <a:xfrm>
            <a:off x="400028" y="304788"/>
            <a:ext cx="9178329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SÍNTESE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16"/>
          <p:cNvSpPr/>
          <p:nvPr/>
        </p:nvSpPr>
        <p:spPr>
          <a:xfrm>
            <a:off x="400028" y="471470"/>
            <a:ext cx="9178329" cy="261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2F73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0A2F73"/>
                </a:solidFill>
                <a:latin typeface="Arial"/>
                <a:ea typeface="Arial"/>
                <a:cs typeface="Arial"/>
                <a:sym typeface="Arial"/>
              </a:rPr>
              <a:t>Encaminhamentos Gerais — Próximo Ciclo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16"/>
          <p:cNvSpPr/>
          <p:nvPr/>
        </p:nvSpPr>
        <p:spPr>
          <a:xfrm>
            <a:off x="400028" y="838166"/>
            <a:ext cx="8343935" cy="386126"/>
          </a:xfrm>
          <a:prstGeom prst="roundRect">
            <a:avLst>
              <a:gd name="adj" fmla="val 14801"/>
            </a:avLst>
          </a:prstGeom>
          <a:solidFill>
            <a:srgbClr val="FFFFFF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16"/>
          <p:cNvSpPr/>
          <p:nvPr/>
        </p:nvSpPr>
        <p:spPr>
          <a:xfrm>
            <a:off x="530458" y="940020"/>
            <a:ext cx="866769" cy="182418"/>
          </a:xfrm>
          <a:prstGeom prst="roundRect">
            <a:avLst>
              <a:gd name="adj" fmla="val 20886"/>
            </a:avLst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16"/>
          <p:cNvSpPr/>
          <p:nvPr/>
        </p:nvSpPr>
        <p:spPr>
          <a:xfrm>
            <a:off x="587609" y="973358"/>
            <a:ext cx="752469" cy="134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Front-end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16"/>
          <p:cNvSpPr/>
          <p:nvPr/>
        </p:nvSpPr>
        <p:spPr>
          <a:xfrm>
            <a:off x="1502002" y="954076"/>
            <a:ext cx="5232469" cy="173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Concluir a Sprint 14 e estabilizar a integração com o backend real.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16"/>
          <p:cNvSpPr/>
          <p:nvPr/>
        </p:nvSpPr>
        <p:spPr>
          <a:xfrm>
            <a:off x="400028" y="1300489"/>
            <a:ext cx="8343935" cy="386126"/>
          </a:xfrm>
          <a:prstGeom prst="roundRect">
            <a:avLst>
              <a:gd name="adj" fmla="val 14801"/>
            </a:avLst>
          </a:prstGeom>
          <a:solidFill>
            <a:srgbClr val="FFFFFF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16"/>
          <p:cNvSpPr/>
          <p:nvPr/>
        </p:nvSpPr>
        <p:spPr>
          <a:xfrm>
            <a:off x="530458" y="1402344"/>
            <a:ext cx="866769" cy="182418"/>
          </a:xfrm>
          <a:prstGeom prst="roundRect">
            <a:avLst>
              <a:gd name="adj" fmla="val 20886"/>
            </a:avLst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16"/>
          <p:cNvSpPr/>
          <p:nvPr/>
        </p:nvSpPr>
        <p:spPr>
          <a:xfrm>
            <a:off x="587609" y="1435681"/>
            <a:ext cx="752469" cy="134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Back-end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16"/>
          <p:cNvSpPr/>
          <p:nvPr/>
        </p:nvSpPr>
        <p:spPr>
          <a:xfrm>
            <a:off x="1502002" y="1416400"/>
            <a:ext cx="6485483" cy="173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Finalizar ingestão manual, autenticação e integração com MCP.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16"/>
          <p:cNvSpPr/>
          <p:nvPr/>
        </p:nvSpPr>
        <p:spPr>
          <a:xfrm>
            <a:off x="400028" y="1762812"/>
            <a:ext cx="8343935" cy="386126"/>
          </a:xfrm>
          <a:prstGeom prst="roundRect">
            <a:avLst>
              <a:gd name="adj" fmla="val 14801"/>
            </a:avLst>
          </a:prstGeom>
          <a:solidFill>
            <a:srgbClr val="FFFFFF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16"/>
          <p:cNvSpPr/>
          <p:nvPr/>
        </p:nvSpPr>
        <p:spPr>
          <a:xfrm>
            <a:off x="530458" y="1864667"/>
            <a:ext cx="866769" cy="182418"/>
          </a:xfrm>
          <a:prstGeom prst="roundRect">
            <a:avLst>
              <a:gd name="adj" fmla="val 20886"/>
            </a:avLst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16"/>
          <p:cNvSpPr/>
          <p:nvPr/>
        </p:nvSpPr>
        <p:spPr>
          <a:xfrm>
            <a:off x="587609" y="1898004"/>
            <a:ext cx="752469" cy="134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ML / DL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16"/>
          <p:cNvSpPr/>
          <p:nvPr/>
        </p:nvSpPr>
        <p:spPr>
          <a:xfrm>
            <a:off x="1502002" y="1878722"/>
            <a:ext cx="5479030" cy="173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Incorporar dados meteorológicos e preparar MLflow.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16"/>
          <p:cNvSpPr/>
          <p:nvPr/>
        </p:nvSpPr>
        <p:spPr>
          <a:xfrm>
            <a:off x="400028" y="2225136"/>
            <a:ext cx="8343935" cy="386126"/>
          </a:xfrm>
          <a:prstGeom prst="roundRect">
            <a:avLst>
              <a:gd name="adj" fmla="val 14801"/>
            </a:avLst>
          </a:prstGeom>
          <a:solidFill>
            <a:srgbClr val="FFFFFF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16"/>
          <p:cNvSpPr/>
          <p:nvPr/>
        </p:nvSpPr>
        <p:spPr>
          <a:xfrm>
            <a:off x="530458" y="2326990"/>
            <a:ext cx="866769" cy="182418"/>
          </a:xfrm>
          <a:prstGeom prst="roundRect">
            <a:avLst>
              <a:gd name="adj" fmla="val 20886"/>
            </a:avLst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16"/>
          <p:cNvSpPr/>
          <p:nvPr/>
        </p:nvSpPr>
        <p:spPr>
          <a:xfrm>
            <a:off x="587609" y="2360327"/>
            <a:ext cx="752469" cy="134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Agentes de IA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16"/>
          <p:cNvSpPr/>
          <p:nvPr/>
        </p:nvSpPr>
        <p:spPr>
          <a:xfrm>
            <a:off x="1502002" y="2341046"/>
            <a:ext cx="4241989" cy="173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Executar testes dos agentes e restabelecer o MCP.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16"/>
          <p:cNvSpPr/>
          <p:nvPr/>
        </p:nvSpPr>
        <p:spPr>
          <a:xfrm>
            <a:off x="400028" y="2687459"/>
            <a:ext cx="8343935" cy="386126"/>
          </a:xfrm>
          <a:prstGeom prst="roundRect">
            <a:avLst>
              <a:gd name="adj" fmla="val 14801"/>
            </a:avLst>
          </a:prstGeom>
          <a:solidFill>
            <a:srgbClr val="FFFFFF"/>
          </a:solidFill>
          <a:ln w="13225" cap="flat" cmpd="sng">
            <a:solidFill>
              <a:srgbClr val="E2E7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16"/>
          <p:cNvSpPr/>
          <p:nvPr/>
        </p:nvSpPr>
        <p:spPr>
          <a:xfrm>
            <a:off x="530458" y="2789313"/>
            <a:ext cx="866769" cy="182418"/>
          </a:xfrm>
          <a:prstGeom prst="roundRect">
            <a:avLst>
              <a:gd name="adj" fmla="val 20886"/>
            </a:avLst>
          </a:prstGeom>
          <a:solidFill>
            <a:srgbClr val="0A2F7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16"/>
          <p:cNvSpPr/>
          <p:nvPr/>
        </p:nvSpPr>
        <p:spPr>
          <a:xfrm>
            <a:off x="587609" y="2822651"/>
            <a:ext cx="752469" cy="134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Pesquisa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16"/>
          <p:cNvSpPr/>
          <p:nvPr/>
        </p:nvSpPr>
        <p:spPr>
          <a:xfrm>
            <a:off x="1502002" y="2803368"/>
            <a:ext cx="5814950" cy="173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Finalizar ajustes do IECON, Artigo 04 e mapa da NBR 16968.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17"/>
          <p:cNvSpPr txBox="1">
            <a:spLocks noGrp="1"/>
          </p:cNvSpPr>
          <p:nvPr>
            <p:ph type="title"/>
          </p:nvPr>
        </p:nvSpPr>
        <p:spPr>
          <a:xfrm>
            <a:off x="457200" y="2143125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/>
              <a:t>Obrigado</a:t>
            </a:r>
            <a:endParaRPr/>
          </a:p>
        </p:txBody>
      </p:sp>
      <p:sp>
        <p:nvSpPr>
          <p:cNvPr id="806" name="Google Shape;806;p17"/>
          <p:cNvSpPr txBox="1">
            <a:spLocks noGrp="1"/>
          </p:cNvSpPr>
          <p:nvPr>
            <p:ph type="sldNum" idx="12"/>
          </p:nvPr>
        </p:nvSpPr>
        <p:spPr>
          <a:xfrm>
            <a:off x="6876256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17</a:t>
            </a:fld>
            <a:endParaRPr b="1"/>
          </a:p>
        </p:txBody>
      </p:sp>
      <p:pic>
        <p:nvPicPr>
          <p:cNvPr id="807" name="Google Shape;807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63888" y="4797780"/>
            <a:ext cx="658416" cy="243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18"/>
          <p:cNvSpPr/>
          <p:nvPr/>
        </p:nvSpPr>
        <p:spPr>
          <a:xfrm>
            <a:off x="0" y="-14537"/>
            <a:ext cx="9144000" cy="514350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3" name="Google Shape;813;p18"/>
          <p:cNvPicPr preferRelativeResize="0"/>
          <p:nvPr/>
        </p:nvPicPr>
        <p:blipFill rotWithShape="1">
          <a:blip r:embed="rId3">
            <a:alphaModFix/>
          </a:blip>
          <a:srcRect b="22389"/>
          <a:stretch/>
        </p:blipFill>
        <p:spPr>
          <a:xfrm>
            <a:off x="3456319" y="606994"/>
            <a:ext cx="2009249" cy="1557956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18"/>
          <p:cNvSpPr txBox="1"/>
          <p:nvPr/>
        </p:nvSpPr>
        <p:spPr>
          <a:xfrm>
            <a:off x="3819694" y="2164950"/>
            <a:ext cx="1282500" cy="30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POLO DE INOVAÇÃO</a:t>
            </a:r>
            <a:endParaRPr sz="105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18"/>
          <p:cNvSpPr txBox="1"/>
          <p:nvPr/>
        </p:nvSpPr>
        <p:spPr>
          <a:xfrm>
            <a:off x="3648131" y="3147188"/>
            <a:ext cx="1625625" cy="392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Coordena</a:t>
            </a:r>
            <a:r>
              <a:rPr lang="en-US" sz="825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ção </a:t>
            </a:r>
            <a:r>
              <a:rPr lang="en-US" sz="8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 projetos</a:t>
            </a:r>
            <a:endParaRPr sz="825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 Polo de Inovação</a:t>
            </a:r>
            <a:endParaRPr sz="825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18"/>
          <p:cNvSpPr txBox="1"/>
          <p:nvPr/>
        </p:nvSpPr>
        <p:spPr>
          <a:xfrm>
            <a:off x="3120056" y="4536507"/>
            <a:ext cx="2681775" cy="26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Construindo juntos a inovação!</a:t>
            </a:r>
            <a:endParaRPr sz="825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2184</Words>
  <Application>Microsoft Office PowerPoint</Application>
  <PresentationFormat>Apresentação na tela (16:9)</PresentationFormat>
  <Paragraphs>406</Paragraphs>
  <Slides>18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3" baseType="lpstr">
      <vt:lpstr>Arial</vt:lpstr>
      <vt:lpstr>Cambria Math</vt:lpstr>
      <vt:lpstr>Courier New</vt:lpstr>
      <vt:lpstr>Calibri</vt:lpstr>
      <vt:lpstr>Tema do Office</vt:lpstr>
      <vt:lpstr>Polo de Inovação Manaus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Gestão</vt:lpstr>
      <vt:lpstr>Apresentação do PowerPoint</vt:lpstr>
      <vt:lpstr>Obrigado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Geziel Sena Colares</cp:lastModifiedBy>
  <cp:revision>5</cp:revision>
  <dcterms:modified xsi:type="dcterms:W3CDTF">2026-10-07T00:44:17Z</dcterms:modified>
</cp:coreProperties>
</file>